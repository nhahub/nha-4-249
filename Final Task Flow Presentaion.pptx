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embeddedFontLst>
    <p:embeddedFont>
      <p:font typeface="Funnel Display Regular" pitchFamily="2" charset="0"/>
      <p:regular r:id="rId26"/>
    </p:embeddedFont>
    <p:embeddedFont>
      <p:font typeface="Funnel Display 600" pitchFamily="2" charset="0"/>
      <p:regular r:id="rId27"/>
    </p:embeddedFont>
    <p:embeddedFont>
      <p:font typeface="Funnel Display 300" pitchFamily="2" charset="0"/>
      <p:regular r:id="rId28"/>
    </p:embeddedFont>
    <p:embeddedFont>
      <p:font typeface="Funnel Display 700" pitchFamily="2" charset="0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1792186" y="1228725"/>
            <a:ext cx="5559628" cy="2057400"/>
            <a:chOff x="2076447" y="1143000"/>
            <a:chExt cx="5559628" cy="2057400"/>
          </a:xfrm>
        </p:grpSpPr>
        <p:sp>
          <p:nvSpPr>
            <p:cNvPr id="2" name="TextBox 1"/>
            <p:cNvSpPr txBox="1"/>
            <p:nvPr/>
          </p:nvSpPr>
          <p:spPr>
            <a:xfrm>
              <a:off x="2076447" y="1143000"/>
              <a:ext cx="555962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400" b="1">
                  <a:solidFill>
                    <a:srgbClr val="FFFFFF"/>
                  </a:solidFill>
                  <a:latin typeface="Funnel Display 600"/>
                </a:rPr>
                <a:t>TaskFlow: Your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076447" y="1828800"/>
              <a:ext cx="555962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400" b="1">
                  <a:solidFill>
                    <a:srgbClr val="FFFFFF"/>
                  </a:solidFill>
                  <a:latin typeface="Funnel Display 600"/>
                </a:rPr>
                <a:t>Unified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076447" y="2514600"/>
              <a:ext cx="555962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400" b="1">
                  <a:solidFill>
                    <a:srgbClr val="FFFFFF"/>
                  </a:solidFill>
                  <a:latin typeface="Funnel Display 600"/>
                </a:rPr>
                <a:t>Productivity Hub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986079" y="3629025"/>
            <a:ext cx="4603318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Funnel Display Regular"/>
              </a:rPr>
              <a:t>A Smart Productivity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4169" y="23534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>
              <a:alpha val="3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4169" y="23534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4169" y="28106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>
              <a:alpha val="5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84169" y="28106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84169" y="32678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84169" y="32678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4169" y="37250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4169" y="37250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84169" y="41822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4169" y="418225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05098" y="2707360"/>
            <a:ext cx="808281" cy="658463"/>
          </a:xfrm>
          <a:custGeom>
            <a:avLst/>
            <a:gdLst/>
            <a:ahLst/>
            <a:cxnLst/>
            <a:rect l="0" t="0" r="0" b="0"/>
            <a:pathLst>
              <a:path w="808281" h="658463">
                <a:moveTo>
                  <a:pt x="0" y="57"/>
                </a:moveTo>
                <a:cubicBezTo>
                  <a:pt x="400" y="1390"/>
                  <a:pt x="800" y="2733"/>
                  <a:pt x="1200" y="4076"/>
                </a:cubicBezTo>
                <a:cubicBezTo>
                  <a:pt x="31546" y="56473"/>
                  <a:pt x="200748" y="96393"/>
                  <a:pt x="404174" y="96393"/>
                </a:cubicBezTo>
                <a:cubicBezTo>
                  <a:pt x="608733" y="96393"/>
                  <a:pt x="778392" y="55854"/>
                  <a:pt x="807358" y="3028"/>
                </a:cubicBezTo>
                <a:lnTo>
                  <a:pt x="808281" y="0"/>
                </a:lnTo>
                <a:cubicBezTo>
                  <a:pt x="754846" y="177755"/>
                  <a:pt x="714956" y="367083"/>
                  <a:pt x="686962" y="564765"/>
                </a:cubicBezTo>
                <a:cubicBezTo>
                  <a:pt x="686962" y="616515"/>
                  <a:pt x="560336" y="658463"/>
                  <a:pt x="404136" y="658463"/>
                </a:cubicBezTo>
                <a:cubicBezTo>
                  <a:pt x="247935" y="658463"/>
                  <a:pt x="121300" y="616515"/>
                  <a:pt x="121300" y="564765"/>
                </a:cubicBezTo>
                <a:cubicBezTo>
                  <a:pt x="93525" y="368588"/>
                  <a:pt x="54025" y="180641"/>
                  <a:pt x="1200" y="4076"/>
                </a:cubicBezTo>
                <a:cubicBezTo>
                  <a:pt x="1190" y="4048"/>
                  <a:pt x="1181" y="4029"/>
                  <a:pt x="1171" y="4010"/>
                </a:cubicBezTo>
                <a:lnTo>
                  <a:pt x="0" y="57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05098" y="2707360"/>
            <a:ext cx="808285" cy="658462"/>
          </a:xfrm>
          <a:custGeom>
            <a:avLst/>
            <a:gdLst/>
            <a:ahLst/>
            <a:cxnLst/>
            <a:rect l="0" t="0" r="0" b="0"/>
            <a:pathLst>
              <a:path w="808285" h="658462">
                <a:moveTo>
                  <a:pt x="0" y="55"/>
                </a:moveTo>
                <a:cubicBezTo>
                  <a:pt x="402" y="1393"/>
                  <a:pt x="804" y="2732"/>
                  <a:pt x="1204" y="4072"/>
                </a:cubicBezTo>
                <a:cubicBezTo>
                  <a:pt x="31551" y="56475"/>
                  <a:pt x="200751" y="96391"/>
                  <a:pt x="404177" y="96391"/>
                </a:cubicBezTo>
                <a:cubicBezTo>
                  <a:pt x="608729" y="96391"/>
                  <a:pt x="778391" y="55857"/>
                  <a:pt x="807362" y="3029"/>
                </a:cubicBezTo>
                <a:lnTo>
                  <a:pt x="808285" y="0"/>
                </a:lnTo>
                <a:cubicBezTo>
                  <a:pt x="754847" y="177751"/>
                  <a:pt x="714955" y="367081"/>
                  <a:pt x="686966" y="564768"/>
                </a:cubicBezTo>
                <a:cubicBezTo>
                  <a:pt x="686966" y="616513"/>
                  <a:pt x="560338" y="658462"/>
                  <a:pt x="404134" y="658462"/>
                </a:cubicBezTo>
                <a:cubicBezTo>
                  <a:pt x="247930" y="658462"/>
                  <a:pt x="121303" y="616513"/>
                  <a:pt x="121303" y="564768"/>
                </a:cubicBezTo>
                <a:cubicBezTo>
                  <a:pt x="93526" y="368590"/>
                  <a:pt x="54030" y="180641"/>
                  <a:pt x="1204" y="4072"/>
                </a:cubicBezTo>
                <a:cubicBezTo>
                  <a:pt x="1193" y="4052"/>
                  <a:pt x="1180" y="4031"/>
                  <a:pt x="1168" y="4010"/>
                </a:cubicBezTo>
                <a:lnTo>
                  <a:pt x="0" y="55"/>
                </a:lnTo>
                <a:close/>
              </a:path>
            </a:pathLst>
          </a:custGeom>
          <a:noFill/>
          <a:ln w="11708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6" name="Group 15"/>
          <p:cNvGrpSpPr/>
          <p:nvPr/>
        </p:nvGrpSpPr>
        <p:grpSpPr>
          <a:xfrm>
            <a:off x="2058317" y="2934837"/>
            <a:ext cx="1056322" cy="112394"/>
            <a:chOff x="1946373" y="3124562"/>
            <a:chExt cx="1056322" cy="112394"/>
          </a:xfrm>
        </p:grpSpPr>
        <p:sp>
          <p:nvSpPr>
            <p:cNvPr id="14" name="Rounded Rectangle 13"/>
            <p:cNvSpPr/>
            <p:nvPr/>
          </p:nvSpPr>
          <p:spPr>
            <a:xfrm>
              <a:off x="1950278" y="3180759"/>
              <a:ext cx="1052417" cy="9525"/>
            </a:xfrm>
            <a:custGeom>
              <a:avLst/>
              <a:gdLst/>
              <a:ahLst/>
              <a:cxnLst/>
              <a:rect l="0" t="0" r="0" b="0"/>
              <a:pathLst>
                <a:path w="1052417" h="9525">
                  <a:moveTo>
                    <a:pt x="1052417" y="0"/>
                  </a:moveTo>
                  <a:lnTo>
                    <a:pt x="0" y="0"/>
                  </a:lnTo>
                </a:path>
              </a:pathLst>
            </a:custGeom>
            <a:noFill/>
            <a:ln w="117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946373" y="3124562"/>
              <a:ext cx="55245" cy="112394"/>
            </a:xfrm>
            <a:custGeom>
              <a:avLst/>
              <a:gdLst/>
              <a:ahLst/>
              <a:cxnLst/>
              <a:rect l="0" t="0" r="0" b="0"/>
              <a:pathLst>
                <a:path w="55245" h="112394">
                  <a:moveTo>
                    <a:pt x="55245" y="0"/>
                  </a:moveTo>
                  <a:lnTo>
                    <a:pt x="0" y="56197"/>
                  </a:lnTo>
                  <a:lnTo>
                    <a:pt x="55245" y="112394"/>
                  </a:lnTo>
                </a:path>
              </a:pathLst>
            </a:custGeom>
            <a:noFill/>
            <a:ln w="117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1057785" y="2131378"/>
            <a:ext cx="1304305" cy="672369"/>
          </a:xfrm>
          <a:custGeom>
            <a:avLst/>
            <a:gdLst/>
            <a:ahLst/>
            <a:cxnLst/>
            <a:rect l="0" t="0" r="0" b="0"/>
            <a:pathLst>
              <a:path w="1304305" h="672369">
                <a:moveTo>
                  <a:pt x="247316" y="576043"/>
                </a:moveTo>
                <a:cubicBezTo>
                  <a:pt x="184489" y="367055"/>
                  <a:pt x="102946" y="174078"/>
                  <a:pt x="0" y="2343"/>
                </a:cubicBezTo>
                <a:lnTo>
                  <a:pt x="2047" y="5705"/>
                </a:lnTo>
                <a:cubicBezTo>
                  <a:pt x="52873" y="65093"/>
                  <a:pt x="324526" y="110109"/>
                  <a:pt x="651490" y="110109"/>
                </a:cubicBezTo>
                <a:cubicBezTo>
                  <a:pt x="979570" y="110109"/>
                  <a:pt x="1251927" y="64512"/>
                  <a:pt x="1301419" y="4829"/>
                </a:cubicBezTo>
                <a:cubicBezTo>
                  <a:pt x="1302381" y="3209"/>
                  <a:pt x="1303343" y="1609"/>
                  <a:pt x="1304305" y="0"/>
                </a:cubicBezTo>
                <a:lnTo>
                  <a:pt x="1301934" y="4181"/>
                </a:lnTo>
                <a:cubicBezTo>
                  <a:pt x="1301762" y="4400"/>
                  <a:pt x="1301591" y="4610"/>
                  <a:pt x="1301419" y="4829"/>
                </a:cubicBezTo>
                <a:cubicBezTo>
                  <a:pt x="1199178" y="175917"/>
                  <a:pt x="1118120" y="368026"/>
                  <a:pt x="1055598" y="575986"/>
                </a:cubicBezTo>
                <a:lnTo>
                  <a:pt x="1054674" y="579005"/>
                </a:lnTo>
                <a:cubicBezTo>
                  <a:pt x="1025709" y="631840"/>
                  <a:pt x="856049" y="672369"/>
                  <a:pt x="651490" y="672369"/>
                </a:cubicBezTo>
                <a:cubicBezTo>
                  <a:pt x="447989" y="672369"/>
                  <a:pt x="278730" y="632421"/>
                  <a:pt x="248488" y="579986"/>
                </a:cubicBezTo>
                <a:lnTo>
                  <a:pt x="247316" y="576043"/>
                </a:ln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7785" y="2131378"/>
            <a:ext cx="1304307" cy="672370"/>
          </a:xfrm>
          <a:custGeom>
            <a:avLst/>
            <a:gdLst/>
            <a:ahLst/>
            <a:cxnLst/>
            <a:rect l="0" t="0" r="0" b="0"/>
            <a:pathLst>
              <a:path w="1304307" h="672370">
                <a:moveTo>
                  <a:pt x="247316" y="576040"/>
                </a:moveTo>
                <a:cubicBezTo>
                  <a:pt x="184492" y="367055"/>
                  <a:pt x="102944" y="174076"/>
                  <a:pt x="0" y="2342"/>
                </a:cubicBezTo>
                <a:lnTo>
                  <a:pt x="2050" y="5703"/>
                </a:lnTo>
                <a:cubicBezTo>
                  <a:pt x="52870" y="65092"/>
                  <a:pt x="324527" y="110112"/>
                  <a:pt x="651492" y="110112"/>
                </a:cubicBezTo>
                <a:cubicBezTo>
                  <a:pt x="979569" y="110112"/>
                  <a:pt x="1251925" y="64510"/>
                  <a:pt x="1301416" y="4824"/>
                </a:cubicBezTo>
                <a:cubicBezTo>
                  <a:pt x="1302378" y="3214"/>
                  <a:pt x="1303341" y="1606"/>
                  <a:pt x="1304307" y="0"/>
                </a:cubicBezTo>
                <a:lnTo>
                  <a:pt x="1301936" y="4185"/>
                </a:lnTo>
                <a:cubicBezTo>
                  <a:pt x="1301765" y="4398"/>
                  <a:pt x="1301591" y="4612"/>
                  <a:pt x="1301416" y="4824"/>
                </a:cubicBezTo>
                <a:cubicBezTo>
                  <a:pt x="1199181" y="175920"/>
                  <a:pt x="1118120" y="368027"/>
                  <a:pt x="1055601" y="575985"/>
                </a:cubicBezTo>
                <a:lnTo>
                  <a:pt x="1054678" y="579008"/>
                </a:lnTo>
                <a:cubicBezTo>
                  <a:pt x="1025706" y="631837"/>
                  <a:pt x="856045" y="672370"/>
                  <a:pt x="651492" y="672370"/>
                </a:cubicBezTo>
                <a:cubicBezTo>
                  <a:pt x="447985" y="672370"/>
                  <a:pt x="278732" y="632423"/>
                  <a:pt x="248484" y="579989"/>
                </a:cubicBezTo>
                <a:lnTo>
                  <a:pt x="247316" y="576040"/>
                </a:lnTo>
                <a:close/>
              </a:path>
            </a:pathLst>
          </a:custGeom>
          <a:noFill/>
          <a:ln w="11708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1" name="Group 20"/>
          <p:cNvGrpSpPr/>
          <p:nvPr/>
        </p:nvGrpSpPr>
        <p:grpSpPr>
          <a:xfrm>
            <a:off x="2230097" y="2372674"/>
            <a:ext cx="884586" cy="112394"/>
            <a:chOff x="2118153" y="2562399"/>
            <a:chExt cx="884586" cy="112394"/>
          </a:xfrm>
        </p:grpSpPr>
        <p:sp>
          <p:nvSpPr>
            <p:cNvPr id="19" name="Rounded Rectangle 18"/>
            <p:cNvSpPr/>
            <p:nvPr/>
          </p:nvSpPr>
          <p:spPr>
            <a:xfrm>
              <a:off x="2122058" y="2618597"/>
              <a:ext cx="880681" cy="9525"/>
            </a:xfrm>
            <a:custGeom>
              <a:avLst/>
              <a:gdLst/>
              <a:ahLst/>
              <a:cxnLst/>
              <a:rect l="0" t="0" r="0" b="0"/>
              <a:pathLst>
                <a:path w="880681" h="9525">
                  <a:moveTo>
                    <a:pt x="880681" y="0"/>
                  </a:moveTo>
                  <a:lnTo>
                    <a:pt x="0" y="0"/>
                  </a:lnTo>
                </a:path>
              </a:pathLst>
            </a:custGeom>
            <a:noFill/>
            <a:ln w="117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118153" y="2562399"/>
              <a:ext cx="55245" cy="112394"/>
            </a:xfrm>
            <a:custGeom>
              <a:avLst/>
              <a:gdLst/>
              <a:ahLst/>
              <a:cxnLst/>
              <a:rect l="0" t="0" r="0" b="0"/>
              <a:pathLst>
                <a:path w="55245" h="112394">
                  <a:moveTo>
                    <a:pt x="55245" y="0"/>
                  </a:moveTo>
                  <a:lnTo>
                    <a:pt x="0" y="56197"/>
                  </a:lnTo>
                  <a:lnTo>
                    <a:pt x="55245" y="112394"/>
                  </a:lnTo>
                </a:path>
              </a:pathLst>
            </a:custGeom>
            <a:noFill/>
            <a:ln w="117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491226" y="1398239"/>
            <a:ext cx="2436037" cy="843238"/>
          </a:xfrm>
          <a:custGeom>
            <a:avLst/>
            <a:gdLst/>
            <a:ahLst/>
            <a:cxnLst/>
            <a:rect l="0" t="0" r="0" b="0"/>
            <a:pathLst>
              <a:path w="2436037" h="843238">
                <a:moveTo>
                  <a:pt x="31651" y="172507"/>
                </a:moveTo>
                <a:cubicBezTo>
                  <a:pt x="10944" y="162239"/>
                  <a:pt x="0" y="151542"/>
                  <a:pt x="0" y="140541"/>
                </a:cubicBezTo>
                <a:cubicBezTo>
                  <a:pt x="0" y="62922"/>
                  <a:pt x="545325" y="0"/>
                  <a:pt x="1218018" y="0"/>
                </a:cubicBezTo>
                <a:cubicBezTo>
                  <a:pt x="1890712" y="0"/>
                  <a:pt x="2436037" y="62922"/>
                  <a:pt x="2436037" y="140541"/>
                </a:cubicBezTo>
                <a:cubicBezTo>
                  <a:pt x="2436037" y="150409"/>
                  <a:pt x="2427227" y="160039"/>
                  <a:pt x="2410463" y="169325"/>
                </a:cubicBezTo>
                <a:lnTo>
                  <a:pt x="2403948" y="172793"/>
                </a:lnTo>
                <a:cubicBezTo>
                  <a:pt x="2183977" y="313486"/>
                  <a:pt x="2008393" y="504396"/>
                  <a:pt x="1870881" y="733120"/>
                </a:cubicBezTo>
                <a:lnTo>
                  <a:pt x="1868509" y="737311"/>
                </a:lnTo>
                <a:cubicBezTo>
                  <a:pt x="1820437" y="797309"/>
                  <a:pt x="1547307" y="843238"/>
                  <a:pt x="1218066" y="843238"/>
                </a:cubicBezTo>
                <a:cubicBezTo>
                  <a:pt x="891101" y="843238"/>
                  <a:pt x="619439" y="798223"/>
                  <a:pt x="568623" y="738825"/>
                </a:cubicBezTo>
                <a:lnTo>
                  <a:pt x="566566" y="735463"/>
                </a:lnTo>
                <a:cubicBezTo>
                  <a:pt x="429072" y="506082"/>
                  <a:pt x="253412" y="314610"/>
                  <a:pt x="33223" y="173516"/>
                </a:cubicBezTo>
                <a:lnTo>
                  <a:pt x="31651" y="172507"/>
                </a:ln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1226" y="1398239"/>
            <a:ext cx="2436038" cy="843248"/>
          </a:xfrm>
          <a:custGeom>
            <a:avLst/>
            <a:gdLst/>
            <a:ahLst/>
            <a:cxnLst/>
            <a:rect l="0" t="0" r="0" b="0"/>
            <a:pathLst>
              <a:path w="2436038" h="843248">
                <a:moveTo>
                  <a:pt x="1218019" y="281081"/>
                </a:moveTo>
                <a:cubicBezTo>
                  <a:pt x="545326" y="281081"/>
                  <a:pt x="0" y="218158"/>
                  <a:pt x="0" y="140540"/>
                </a:cubicBezTo>
                <a:cubicBezTo>
                  <a:pt x="0" y="62922"/>
                  <a:pt x="545326" y="0"/>
                  <a:pt x="1218019" y="0"/>
                </a:cubicBezTo>
                <a:cubicBezTo>
                  <a:pt x="1890712" y="0"/>
                  <a:pt x="2436038" y="62922"/>
                  <a:pt x="2436038" y="140540"/>
                </a:cubicBezTo>
                <a:cubicBezTo>
                  <a:pt x="2436038" y="218158"/>
                  <a:pt x="1890712" y="281081"/>
                  <a:pt x="1218019" y="281081"/>
                </a:cubicBezTo>
                <a:close/>
                <a:moveTo>
                  <a:pt x="8021" y="156735"/>
                </a:moveTo>
                <a:cubicBezTo>
                  <a:pt x="209005" y="276922"/>
                  <a:pt x="418876" y="477484"/>
                  <a:pt x="567216" y="735523"/>
                </a:cubicBezTo>
                <a:cubicBezTo>
                  <a:pt x="592626" y="779724"/>
                  <a:pt x="809302" y="843248"/>
                  <a:pt x="1217939" y="843248"/>
                </a:cubicBezTo>
                <a:cubicBezTo>
                  <a:pt x="1601076" y="843248"/>
                  <a:pt x="1841036" y="788120"/>
                  <a:pt x="1874882" y="730437"/>
                </a:cubicBezTo>
                <a:cubicBezTo>
                  <a:pt x="2033535" y="460045"/>
                  <a:pt x="2243366" y="275802"/>
                  <a:pt x="2427875" y="156909"/>
                </a:cubicBezTo>
              </a:path>
            </a:pathLst>
          </a:custGeom>
          <a:noFill/>
          <a:ln w="11708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6" name="Group 25"/>
          <p:cNvGrpSpPr/>
          <p:nvPr/>
        </p:nvGrpSpPr>
        <p:grpSpPr>
          <a:xfrm>
            <a:off x="2573633" y="1810511"/>
            <a:ext cx="541019" cy="112395"/>
            <a:chOff x="2461689" y="2000236"/>
            <a:chExt cx="541019" cy="112395"/>
          </a:xfrm>
        </p:grpSpPr>
        <p:sp>
          <p:nvSpPr>
            <p:cNvPr id="24" name="Rounded Rectangle 23"/>
            <p:cNvSpPr/>
            <p:nvPr/>
          </p:nvSpPr>
          <p:spPr>
            <a:xfrm>
              <a:off x="2465594" y="2056433"/>
              <a:ext cx="537114" cy="9525"/>
            </a:xfrm>
            <a:custGeom>
              <a:avLst/>
              <a:gdLst/>
              <a:ahLst/>
              <a:cxnLst/>
              <a:rect l="0" t="0" r="0" b="0"/>
              <a:pathLst>
                <a:path w="537114" h="9525">
                  <a:moveTo>
                    <a:pt x="537114" y="0"/>
                  </a:moveTo>
                  <a:lnTo>
                    <a:pt x="0" y="0"/>
                  </a:lnTo>
                </a:path>
              </a:pathLst>
            </a:custGeom>
            <a:noFill/>
            <a:ln w="117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461689" y="2000236"/>
              <a:ext cx="55245" cy="112395"/>
            </a:xfrm>
            <a:custGeom>
              <a:avLst/>
              <a:gdLst/>
              <a:ahLst/>
              <a:cxnLst/>
              <a:rect l="0" t="0" r="0" b="0"/>
              <a:pathLst>
                <a:path w="55245" h="112395">
                  <a:moveTo>
                    <a:pt x="55245" y="0"/>
                  </a:moveTo>
                  <a:lnTo>
                    <a:pt x="0" y="56197"/>
                  </a:lnTo>
                  <a:lnTo>
                    <a:pt x="55245" y="112395"/>
                  </a:lnTo>
                </a:path>
              </a:pathLst>
            </a:custGeom>
            <a:noFill/>
            <a:ln w="117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519" y="2097741"/>
            <a:ext cx="852858" cy="568566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519" y="2097741"/>
            <a:ext cx="852858" cy="56856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531407" y="2343852"/>
            <a:ext cx="359159" cy="359159"/>
          </a:xfrm>
          <a:custGeom>
            <a:avLst/>
            <a:gdLst/>
            <a:ahLst/>
            <a:cxnLst/>
            <a:rect l="0" t="0" r="0" b="0"/>
            <a:pathLst>
              <a:path w="359159" h="359159">
                <a:moveTo>
                  <a:pt x="31293" y="31231"/>
                </a:moveTo>
                <a:lnTo>
                  <a:pt x="327990" y="31231"/>
                </a:lnTo>
                <a:lnTo>
                  <a:pt x="327990" y="296697"/>
                </a:lnTo>
                <a:lnTo>
                  <a:pt x="31293" y="296697"/>
                </a:lnTo>
                <a:close/>
                <a:moveTo>
                  <a:pt x="164026" y="343543"/>
                </a:moveTo>
                <a:cubicBezTo>
                  <a:pt x="164026" y="352168"/>
                  <a:pt x="171017" y="359159"/>
                  <a:pt x="179642" y="359159"/>
                </a:cubicBezTo>
                <a:cubicBezTo>
                  <a:pt x="188266" y="359159"/>
                  <a:pt x="195257" y="352168"/>
                  <a:pt x="195257" y="343543"/>
                </a:cubicBezTo>
                <a:cubicBezTo>
                  <a:pt x="195257" y="334919"/>
                  <a:pt x="188266" y="327928"/>
                  <a:pt x="179642" y="327928"/>
                </a:cubicBezTo>
                <a:cubicBezTo>
                  <a:pt x="171017" y="327928"/>
                  <a:pt x="164026" y="334919"/>
                  <a:pt x="164026" y="343543"/>
                </a:cubicBezTo>
                <a:close/>
                <a:moveTo>
                  <a:pt x="179642" y="296697"/>
                </a:moveTo>
                <a:lnTo>
                  <a:pt x="179642" y="327928"/>
                </a:lnTo>
                <a:moveTo>
                  <a:pt x="156218" y="218618"/>
                </a:moveTo>
                <a:cubicBezTo>
                  <a:pt x="156218" y="231555"/>
                  <a:pt x="166705" y="242042"/>
                  <a:pt x="179642" y="242042"/>
                </a:cubicBezTo>
                <a:cubicBezTo>
                  <a:pt x="192578" y="242042"/>
                  <a:pt x="203065" y="231555"/>
                  <a:pt x="203065" y="218618"/>
                </a:cubicBezTo>
                <a:cubicBezTo>
                  <a:pt x="203065" y="205682"/>
                  <a:pt x="192578" y="195195"/>
                  <a:pt x="179642" y="195195"/>
                </a:cubicBezTo>
                <a:cubicBezTo>
                  <a:pt x="166705" y="195195"/>
                  <a:pt x="156218" y="205682"/>
                  <a:pt x="156218" y="218618"/>
                </a:cubicBezTo>
                <a:close/>
                <a:moveTo>
                  <a:pt x="70332" y="218618"/>
                </a:moveTo>
                <a:cubicBezTo>
                  <a:pt x="70332" y="231555"/>
                  <a:pt x="80819" y="242042"/>
                  <a:pt x="93756" y="242042"/>
                </a:cubicBezTo>
                <a:cubicBezTo>
                  <a:pt x="106692" y="242042"/>
                  <a:pt x="117179" y="231555"/>
                  <a:pt x="117179" y="218618"/>
                </a:cubicBezTo>
                <a:cubicBezTo>
                  <a:pt x="117179" y="205682"/>
                  <a:pt x="106692" y="195195"/>
                  <a:pt x="93756" y="195195"/>
                </a:cubicBezTo>
                <a:cubicBezTo>
                  <a:pt x="80819" y="195195"/>
                  <a:pt x="70332" y="205682"/>
                  <a:pt x="70332" y="218618"/>
                </a:cubicBezTo>
                <a:close/>
                <a:moveTo>
                  <a:pt x="242104" y="218618"/>
                </a:moveTo>
                <a:cubicBezTo>
                  <a:pt x="242104" y="231555"/>
                  <a:pt x="252591" y="242042"/>
                  <a:pt x="265528" y="242042"/>
                </a:cubicBezTo>
                <a:cubicBezTo>
                  <a:pt x="278464" y="242042"/>
                  <a:pt x="288951" y="231555"/>
                  <a:pt x="288951" y="218618"/>
                </a:cubicBezTo>
                <a:cubicBezTo>
                  <a:pt x="288951" y="205682"/>
                  <a:pt x="278464" y="195195"/>
                  <a:pt x="265528" y="195195"/>
                </a:cubicBezTo>
                <a:cubicBezTo>
                  <a:pt x="252591" y="195195"/>
                  <a:pt x="242104" y="205682"/>
                  <a:pt x="242104" y="218618"/>
                </a:cubicBezTo>
                <a:close/>
                <a:moveTo>
                  <a:pt x="156218" y="78078"/>
                </a:moveTo>
                <a:lnTo>
                  <a:pt x="156218" y="124925"/>
                </a:lnTo>
                <a:lnTo>
                  <a:pt x="203065" y="124925"/>
                </a:lnTo>
                <a:lnTo>
                  <a:pt x="203065" y="78078"/>
                </a:lnTo>
                <a:close/>
                <a:moveTo>
                  <a:pt x="93693" y="195195"/>
                </a:moveTo>
                <a:lnTo>
                  <a:pt x="93693" y="124925"/>
                </a:lnTo>
                <a:cubicBezTo>
                  <a:pt x="93693" y="116300"/>
                  <a:pt x="100685" y="109309"/>
                  <a:pt x="109309" y="109309"/>
                </a:cubicBezTo>
                <a:lnTo>
                  <a:pt x="156156" y="109309"/>
                </a:lnTo>
                <a:moveTo>
                  <a:pt x="179642" y="124925"/>
                </a:moveTo>
                <a:lnTo>
                  <a:pt x="179642" y="195195"/>
                </a:lnTo>
                <a:moveTo>
                  <a:pt x="203003" y="109309"/>
                </a:moveTo>
                <a:lnTo>
                  <a:pt x="249850" y="109309"/>
                </a:lnTo>
                <a:cubicBezTo>
                  <a:pt x="258474" y="109309"/>
                  <a:pt x="265465" y="116300"/>
                  <a:pt x="265465" y="124925"/>
                </a:cubicBezTo>
                <a:lnTo>
                  <a:pt x="265465" y="195195"/>
                </a:lnTo>
                <a:moveTo>
                  <a:pt x="359159" y="15615"/>
                </a:moveTo>
                <a:cubicBezTo>
                  <a:pt x="359159" y="24239"/>
                  <a:pt x="352168" y="31231"/>
                  <a:pt x="343543" y="31231"/>
                </a:cubicBezTo>
                <a:lnTo>
                  <a:pt x="15615" y="31231"/>
                </a:lnTo>
                <a:cubicBezTo>
                  <a:pt x="6991" y="31231"/>
                  <a:pt x="0" y="24239"/>
                  <a:pt x="0" y="15615"/>
                </a:cubicBezTo>
                <a:cubicBezTo>
                  <a:pt x="0" y="6991"/>
                  <a:pt x="6991" y="0"/>
                  <a:pt x="15615" y="0"/>
                </a:cubicBezTo>
                <a:lnTo>
                  <a:pt x="343543" y="0"/>
                </a:lnTo>
                <a:cubicBezTo>
                  <a:pt x="352168" y="0"/>
                  <a:pt x="359159" y="6991"/>
                  <a:pt x="359159" y="15615"/>
                </a:cubicBezTo>
                <a:close/>
                <a:moveTo>
                  <a:pt x="15678" y="296697"/>
                </a:moveTo>
                <a:lnTo>
                  <a:pt x="343606" y="296697"/>
                </a:lnTo>
              </a:path>
            </a:pathLst>
          </a:custGeom>
          <a:noFill/>
          <a:ln w="1170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6094" y="2267720"/>
            <a:ext cx="1543050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 300"/>
              </a:rPr>
              <a:t>Kamal Almorsy Abo Eid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1090" y="1773011"/>
            <a:ext cx="1161459" cy="1873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 Regular"/>
              </a:rPr>
              <a:t>Introduce Team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35350" y="2913823"/>
            <a:ext cx="351335" cy="343278"/>
          </a:xfrm>
          <a:custGeom>
            <a:avLst/>
            <a:gdLst/>
            <a:ahLst/>
            <a:cxnLst/>
            <a:rect l="0" t="0" r="0" b="0"/>
            <a:pathLst>
              <a:path w="351335" h="343278">
                <a:moveTo>
                  <a:pt x="175636" y="183499"/>
                </a:moveTo>
                <a:cubicBezTo>
                  <a:pt x="116000" y="184695"/>
                  <a:pt x="57726" y="201551"/>
                  <a:pt x="6659" y="232376"/>
                </a:cubicBezTo>
                <a:cubicBezTo>
                  <a:pt x="2650" y="233897"/>
                  <a:pt x="0" y="237738"/>
                  <a:pt x="0" y="242026"/>
                </a:cubicBezTo>
                <a:cubicBezTo>
                  <a:pt x="0" y="246314"/>
                  <a:pt x="2650" y="250155"/>
                  <a:pt x="6659" y="251677"/>
                </a:cubicBezTo>
                <a:cubicBezTo>
                  <a:pt x="57708" y="282547"/>
                  <a:pt x="115991" y="299416"/>
                  <a:pt x="175636" y="300585"/>
                </a:cubicBezTo>
                <a:cubicBezTo>
                  <a:pt x="235299" y="299404"/>
                  <a:pt x="293599" y="282536"/>
                  <a:pt x="344675" y="251677"/>
                </a:cubicBezTo>
                <a:cubicBezTo>
                  <a:pt x="348684" y="250155"/>
                  <a:pt x="351335" y="246314"/>
                  <a:pt x="351335" y="242026"/>
                </a:cubicBezTo>
                <a:cubicBezTo>
                  <a:pt x="351335" y="237738"/>
                  <a:pt x="348684" y="233897"/>
                  <a:pt x="344675" y="232376"/>
                </a:cubicBezTo>
                <a:cubicBezTo>
                  <a:pt x="293583" y="201557"/>
                  <a:pt x="235291" y="184702"/>
                  <a:pt x="175636" y="183499"/>
                </a:cubicBezTo>
                <a:close/>
                <a:moveTo>
                  <a:pt x="336555" y="180844"/>
                </a:moveTo>
                <a:cubicBezTo>
                  <a:pt x="327311" y="176159"/>
                  <a:pt x="317816" y="171943"/>
                  <a:pt x="308228" y="167961"/>
                </a:cubicBezTo>
                <a:moveTo>
                  <a:pt x="280417" y="157889"/>
                </a:moveTo>
                <a:cubicBezTo>
                  <a:pt x="270564" y="154610"/>
                  <a:pt x="260507" y="151971"/>
                  <a:pt x="250435" y="149472"/>
                </a:cubicBezTo>
                <a:moveTo>
                  <a:pt x="221390" y="143929"/>
                </a:moveTo>
                <a:cubicBezTo>
                  <a:pt x="211128" y="142358"/>
                  <a:pt x="200793" y="141315"/>
                  <a:pt x="190424" y="140806"/>
                </a:cubicBezTo>
                <a:moveTo>
                  <a:pt x="160848" y="140868"/>
                </a:moveTo>
                <a:cubicBezTo>
                  <a:pt x="150480" y="141344"/>
                  <a:pt x="140144" y="142360"/>
                  <a:pt x="129882" y="143913"/>
                </a:cubicBezTo>
                <a:moveTo>
                  <a:pt x="100822" y="149457"/>
                </a:moveTo>
                <a:cubicBezTo>
                  <a:pt x="90750" y="151955"/>
                  <a:pt x="80709" y="154610"/>
                  <a:pt x="70855" y="157874"/>
                </a:cubicBezTo>
                <a:moveTo>
                  <a:pt x="43044" y="167946"/>
                </a:moveTo>
                <a:cubicBezTo>
                  <a:pt x="33456" y="171928"/>
                  <a:pt x="23961" y="176113"/>
                  <a:pt x="14717" y="180844"/>
                </a:cubicBezTo>
                <a:moveTo>
                  <a:pt x="14795" y="303240"/>
                </a:moveTo>
                <a:cubicBezTo>
                  <a:pt x="24040" y="307924"/>
                  <a:pt x="33534" y="312156"/>
                  <a:pt x="43122" y="316138"/>
                </a:cubicBezTo>
                <a:moveTo>
                  <a:pt x="70855" y="326210"/>
                </a:moveTo>
                <a:cubicBezTo>
                  <a:pt x="80709" y="329474"/>
                  <a:pt x="90750" y="332128"/>
                  <a:pt x="100822" y="334627"/>
                </a:cubicBezTo>
                <a:moveTo>
                  <a:pt x="129882" y="340155"/>
                </a:moveTo>
                <a:cubicBezTo>
                  <a:pt x="140142" y="341742"/>
                  <a:pt x="150478" y="342784"/>
                  <a:pt x="160848" y="343278"/>
                </a:cubicBezTo>
                <a:moveTo>
                  <a:pt x="190424" y="343216"/>
                </a:moveTo>
                <a:cubicBezTo>
                  <a:pt x="200793" y="342706"/>
                  <a:pt x="211128" y="341663"/>
                  <a:pt x="221390" y="340092"/>
                </a:cubicBezTo>
                <a:moveTo>
                  <a:pt x="250435" y="334611"/>
                </a:moveTo>
                <a:cubicBezTo>
                  <a:pt x="260507" y="332113"/>
                  <a:pt x="270564" y="329474"/>
                  <a:pt x="280417" y="326194"/>
                </a:cubicBezTo>
                <a:moveTo>
                  <a:pt x="308228" y="316122"/>
                </a:moveTo>
                <a:cubicBezTo>
                  <a:pt x="317801" y="312140"/>
                  <a:pt x="327311" y="307955"/>
                  <a:pt x="336555" y="303240"/>
                </a:cubicBezTo>
                <a:moveTo>
                  <a:pt x="234164" y="242042"/>
                </a:moveTo>
                <a:cubicBezTo>
                  <a:pt x="234164" y="274387"/>
                  <a:pt x="207940" y="300606"/>
                  <a:pt x="175594" y="300600"/>
                </a:cubicBezTo>
                <a:cubicBezTo>
                  <a:pt x="143249" y="300595"/>
                  <a:pt x="117035" y="274366"/>
                  <a:pt x="117046" y="242021"/>
                </a:cubicBezTo>
                <a:cubicBezTo>
                  <a:pt x="117058" y="209676"/>
                  <a:pt x="143291" y="183466"/>
                  <a:pt x="175636" y="183483"/>
                </a:cubicBezTo>
                <a:cubicBezTo>
                  <a:pt x="207969" y="183492"/>
                  <a:pt x="234172" y="209709"/>
                  <a:pt x="234164" y="242042"/>
                </a:cubicBezTo>
                <a:close/>
                <a:moveTo>
                  <a:pt x="105335" y="0"/>
                </a:moveTo>
                <a:lnTo>
                  <a:pt x="105335" y="97597"/>
                </a:lnTo>
                <a:moveTo>
                  <a:pt x="66295" y="39039"/>
                </a:moveTo>
                <a:lnTo>
                  <a:pt x="105335" y="0"/>
                </a:lnTo>
                <a:lnTo>
                  <a:pt x="144374" y="39039"/>
                </a:lnTo>
                <a:moveTo>
                  <a:pt x="245875" y="0"/>
                </a:moveTo>
                <a:lnTo>
                  <a:pt x="245875" y="97597"/>
                </a:lnTo>
                <a:moveTo>
                  <a:pt x="206836" y="39039"/>
                </a:moveTo>
                <a:lnTo>
                  <a:pt x="245875" y="0"/>
                </a:lnTo>
                <a:lnTo>
                  <a:pt x="284914" y="39039"/>
                </a:lnTo>
                <a:moveTo>
                  <a:pt x="175636" y="238138"/>
                </a:moveTo>
                <a:cubicBezTo>
                  <a:pt x="174599" y="238134"/>
                  <a:pt x="173604" y="238544"/>
                  <a:pt x="172871" y="239277"/>
                </a:cubicBezTo>
                <a:cubicBezTo>
                  <a:pt x="172138" y="240010"/>
                  <a:pt x="171728" y="241005"/>
                  <a:pt x="171732" y="242042"/>
                </a:cubicBezTo>
                <a:cubicBezTo>
                  <a:pt x="171732" y="244198"/>
                  <a:pt x="173480" y="245946"/>
                  <a:pt x="175636" y="245946"/>
                </a:cubicBezTo>
                <a:cubicBezTo>
                  <a:pt x="177792" y="245946"/>
                  <a:pt x="179540" y="244198"/>
                  <a:pt x="179540" y="242042"/>
                </a:cubicBezTo>
                <a:cubicBezTo>
                  <a:pt x="179540" y="239886"/>
                  <a:pt x="177792" y="238138"/>
                  <a:pt x="175636" y="238138"/>
                </a:cubicBezTo>
              </a:path>
            </a:pathLst>
          </a:custGeom>
          <a:noFill/>
          <a:ln w="1170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5" name="Group 34"/>
          <p:cNvGrpSpPr/>
          <p:nvPr/>
        </p:nvGrpSpPr>
        <p:grpSpPr>
          <a:xfrm>
            <a:off x="6417494" y="1467625"/>
            <a:ext cx="2235279" cy="457200"/>
            <a:chOff x="6305550" y="1657350"/>
            <a:chExt cx="2235279" cy="457200"/>
          </a:xfrm>
        </p:grpSpPr>
        <p:sp>
          <p:nvSpPr>
            <p:cNvPr id="33" name="TextBox 32"/>
            <p:cNvSpPr txBox="1"/>
            <p:nvPr/>
          </p:nvSpPr>
          <p:spPr>
            <a:xfrm>
              <a:off x="6305550" y="1657350"/>
              <a:ext cx="22352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The roadmap for today's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05550" y="1885950"/>
              <a:ext cx="22352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presentation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646094" y="2724920"/>
            <a:ext cx="1704975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 300"/>
              </a:rPr>
              <a:t>Mohamed El-Sayed Hafez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35311" y="1785593"/>
            <a:ext cx="351351" cy="351351"/>
          </a:xfrm>
          <a:custGeom>
            <a:avLst/>
            <a:gdLst/>
            <a:ahLst/>
            <a:cxnLst/>
            <a:rect l="0" t="0" r="0" b="0"/>
            <a:pathLst>
              <a:path w="351351" h="351351">
                <a:moveTo>
                  <a:pt x="144428" y="77016"/>
                </a:moveTo>
                <a:cubicBezTo>
                  <a:pt x="144429" y="96420"/>
                  <a:pt x="160159" y="112151"/>
                  <a:pt x="179564" y="112151"/>
                </a:cubicBezTo>
                <a:cubicBezTo>
                  <a:pt x="198968" y="112151"/>
                  <a:pt x="214699" y="96420"/>
                  <a:pt x="214699" y="77016"/>
                </a:cubicBezTo>
                <a:cubicBezTo>
                  <a:pt x="214699" y="57611"/>
                  <a:pt x="198968" y="41881"/>
                  <a:pt x="179564" y="41881"/>
                </a:cubicBezTo>
                <a:cubicBezTo>
                  <a:pt x="160159" y="41881"/>
                  <a:pt x="144429" y="57611"/>
                  <a:pt x="144429" y="77016"/>
                </a:cubicBezTo>
                <a:moveTo>
                  <a:pt x="118725" y="158998"/>
                </a:moveTo>
                <a:cubicBezTo>
                  <a:pt x="131278" y="137258"/>
                  <a:pt x="154475" y="123866"/>
                  <a:pt x="179579" y="123866"/>
                </a:cubicBezTo>
                <a:cubicBezTo>
                  <a:pt x="204683" y="123866"/>
                  <a:pt x="227880" y="137258"/>
                  <a:pt x="240433" y="158998"/>
                </a:cubicBezTo>
                <a:moveTo>
                  <a:pt x="92132" y="230330"/>
                </a:moveTo>
                <a:cubicBezTo>
                  <a:pt x="92132" y="249735"/>
                  <a:pt x="107862" y="265465"/>
                  <a:pt x="127267" y="265465"/>
                </a:cubicBezTo>
                <a:cubicBezTo>
                  <a:pt x="146672" y="265465"/>
                  <a:pt x="162402" y="249735"/>
                  <a:pt x="162402" y="230330"/>
                </a:cubicBezTo>
                <a:cubicBezTo>
                  <a:pt x="162402" y="210926"/>
                  <a:pt x="146672" y="195195"/>
                  <a:pt x="127267" y="195195"/>
                </a:cubicBezTo>
                <a:cubicBezTo>
                  <a:pt x="107862" y="195195"/>
                  <a:pt x="92132" y="210926"/>
                  <a:pt x="92132" y="230330"/>
                </a:cubicBezTo>
                <a:moveTo>
                  <a:pt x="66366" y="312312"/>
                </a:moveTo>
                <a:cubicBezTo>
                  <a:pt x="78907" y="290526"/>
                  <a:pt x="102130" y="277099"/>
                  <a:pt x="127267" y="277099"/>
                </a:cubicBezTo>
                <a:cubicBezTo>
                  <a:pt x="152404" y="277099"/>
                  <a:pt x="175627" y="290526"/>
                  <a:pt x="188168" y="312312"/>
                </a:cubicBezTo>
                <a:moveTo>
                  <a:pt x="213824" y="230330"/>
                </a:moveTo>
                <a:cubicBezTo>
                  <a:pt x="213824" y="249735"/>
                  <a:pt x="229555" y="265465"/>
                  <a:pt x="248960" y="265465"/>
                </a:cubicBezTo>
                <a:cubicBezTo>
                  <a:pt x="268364" y="265465"/>
                  <a:pt x="284095" y="249735"/>
                  <a:pt x="284095" y="230330"/>
                </a:cubicBezTo>
                <a:cubicBezTo>
                  <a:pt x="284095" y="210926"/>
                  <a:pt x="268364" y="195195"/>
                  <a:pt x="248960" y="195195"/>
                </a:cubicBezTo>
                <a:cubicBezTo>
                  <a:pt x="229555" y="195195"/>
                  <a:pt x="213824" y="210926"/>
                  <a:pt x="213824" y="230330"/>
                </a:cubicBezTo>
                <a:moveTo>
                  <a:pt x="188121" y="312312"/>
                </a:moveTo>
                <a:cubicBezTo>
                  <a:pt x="200676" y="290580"/>
                  <a:pt x="223869" y="277194"/>
                  <a:pt x="248967" y="277194"/>
                </a:cubicBezTo>
                <a:cubicBezTo>
                  <a:pt x="274066" y="277194"/>
                  <a:pt x="297259" y="290580"/>
                  <a:pt x="309814" y="312312"/>
                </a:cubicBezTo>
                <a:moveTo>
                  <a:pt x="31231" y="0"/>
                </a:moveTo>
                <a:lnTo>
                  <a:pt x="335736" y="0"/>
                </a:lnTo>
                <a:cubicBezTo>
                  <a:pt x="344360" y="0"/>
                  <a:pt x="351351" y="6991"/>
                  <a:pt x="351351" y="15615"/>
                </a:cubicBezTo>
                <a:lnTo>
                  <a:pt x="351351" y="335736"/>
                </a:lnTo>
                <a:cubicBezTo>
                  <a:pt x="351351" y="344360"/>
                  <a:pt x="344360" y="351351"/>
                  <a:pt x="335736" y="351351"/>
                </a:cubicBezTo>
                <a:lnTo>
                  <a:pt x="31231" y="351351"/>
                </a:lnTo>
                <a:cubicBezTo>
                  <a:pt x="13982" y="351351"/>
                  <a:pt x="0" y="337369"/>
                  <a:pt x="0" y="320120"/>
                </a:cubicBezTo>
                <a:lnTo>
                  <a:pt x="0" y="31231"/>
                </a:lnTo>
                <a:cubicBezTo>
                  <a:pt x="0" y="13982"/>
                  <a:pt x="13982" y="0"/>
                  <a:pt x="31231" y="0"/>
                </a:cubicBezTo>
                <a:close/>
                <a:moveTo>
                  <a:pt x="58621" y="0"/>
                </a:moveTo>
                <a:lnTo>
                  <a:pt x="58621" y="200863"/>
                </a:lnTo>
              </a:path>
            </a:pathLst>
          </a:custGeom>
          <a:noFill/>
          <a:ln w="1170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21973" y="2897336"/>
            <a:ext cx="1371361" cy="1873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 Regular"/>
              </a:rPr>
              <a:t>Eyebrow Overview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066" y="1117154"/>
            <a:ext cx="1346358" cy="1873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unnel Display Regular"/>
              </a:rPr>
              <a:t>Presentation 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6094" y="3182120"/>
            <a:ext cx="1450181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 300"/>
              </a:rPr>
              <a:t>Assem Ahmed Kelany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4109" y="3459500"/>
            <a:ext cx="1270282" cy="1873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unnel Display Regular"/>
              </a:rPr>
              <a:t>Presentation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6094" y="3639320"/>
            <a:ext cx="1745456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 300"/>
              </a:rPr>
              <a:t>Yasmin Mohamed Ibrahim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6417494" y="438925"/>
            <a:ext cx="1788318" cy="800099"/>
            <a:chOff x="6305550" y="628650"/>
            <a:chExt cx="1788318" cy="800099"/>
          </a:xfrm>
        </p:grpSpPr>
        <p:sp>
          <p:nvSpPr>
            <p:cNvPr id="43" name="TextBox 42"/>
            <p:cNvSpPr txBox="1"/>
            <p:nvPr/>
          </p:nvSpPr>
          <p:spPr>
            <a:xfrm>
              <a:off x="6305550" y="628650"/>
              <a:ext cx="1788318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Meet the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305550" y="1028699"/>
              <a:ext cx="178831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Team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646094" y="4096520"/>
            <a:ext cx="1357312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 300"/>
              </a:rPr>
              <a:t>Arsany Ehab Naeem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3545106" y="4329787"/>
            <a:ext cx="2277665" cy="374788"/>
            <a:chOff x="3433162" y="4519512"/>
            <a:chExt cx="2277665" cy="374788"/>
          </a:xfrm>
        </p:grpSpPr>
        <p:sp>
          <p:nvSpPr>
            <p:cNvPr id="47" name="TextBox 46"/>
            <p:cNvSpPr txBox="1"/>
            <p:nvPr/>
          </p:nvSpPr>
          <p:spPr>
            <a:xfrm>
              <a:off x="3433162" y="4519512"/>
              <a:ext cx="2277665" cy="187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 Regular"/>
                </a:rPr>
                <a:t>Supervised by: Eng. Mohamed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433162" y="4706868"/>
              <a:ext cx="2277665" cy="187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 Regular"/>
                </a:rPr>
                <a:t>Abd El Salam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3321973" y="2335174"/>
            <a:ext cx="1316240" cy="1873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 600"/>
              </a:rPr>
              <a:t>Outline Roadmap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975" y="2554991"/>
            <a:ext cx="1082144" cy="72143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975" y="2554991"/>
            <a:ext cx="1082144" cy="721433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8069194" y="3995569"/>
            <a:ext cx="696277" cy="123825"/>
            <a:chOff x="8062141" y="3651616"/>
            <a:chExt cx="696277" cy="123825"/>
          </a:xfrm>
        </p:grpSpPr>
        <p:sp>
          <p:nvSpPr>
            <p:cNvPr id="4" name="Rounded Rectangle 3"/>
            <p:cNvSpPr/>
            <p:nvPr/>
          </p:nvSpPr>
          <p:spPr>
            <a:xfrm>
              <a:off x="8062141" y="3713529"/>
              <a:ext cx="691324" cy="9525"/>
            </a:xfrm>
            <a:custGeom>
              <a:avLst/>
              <a:gdLst/>
              <a:ahLst/>
              <a:cxnLst/>
              <a:rect l="0" t="0" r="0" b="0"/>
              <a:pathLst>
                <a:path w="691324" h="9525">
                  <a:moveTo>
                    <a:pt x="691324" y="0"/>
                  </a:move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696506" y="3651616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123825"/>
                  </a:moveTo>
                  <a:lnTo>
                    <a:pt x="61912" y="61912"/>
                  </a:ln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378528" y="4057401"/>
            <a:ext cx="7628894" cy="9525"/>
          </a:xfrm>
          <a:custGeom>
            <a:avLst/>
            <a:gdLst/>
            <a:ahLst/>
            <a:cxnLst/>
            <a:rect l="0" t="0" r="0" b="0"/>
            <a:pathLst>
              <a:path w="7628894" h="9525">
                <a:moveTo>
                  <a:pt x="7628894" y="40"/>
                </a:moveTo>
                <a:lnTo>
                  <a:pt x="5961039" y="40"/>
                </a:lnTo>
                <a:moveTo>
                  <a:pt x="5899266" y="43"/>
                </a:moveTo>
                <a:lnTo>
                  <a:pt x="4231410" y="9"/>
                </a:lnTo>
                <a:moveTo>
                  <a:pt x="2440010" y="40"/>
                </a:moveTo>
                <a:lnTo>
                  <a:pt x="772155" y="40"/>
                </a:lnTo>
                <a:moveTo>
                  <a:pt x="710358" y="0"/>
                </a:moveTo>
                <a:lnTo>
                  <a:pt x="0" y="0"/>
                </a:lnTo>
                <a:moveTo>
                  <a:pt x="4169638" y="39"/>
                </a:moveTo>
                <a:lnTo>
                  <a:pt x="2501783" y="39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7422" y="4026596"/>
            <a:ext cx="61772" cy="61772"/>
          </a:xfrm>
          <a:custGeom>
            <a:avLst/>
            <a:gdLst/>
            <a:ahLst/>
            <a:cxnLst/>
            <a:rect l="0" t="0" r="0" b="0"/>
            <a:pathLst>
              <a:path w="61772" h="61772">
                <a:moveTo>
                  <a:pt x="61772" y="30886"/>
                </a:moveTo>
                <a:cubicBezTo>
                  <a:pt x="61772" y="47944"/>
                  <a:pt x="47945" y="61772"/>
                  <a:pt x="30886" y="61772"/>
                </a:cubicBezTo>
                <a:cubicBezTo>
                  <a:pt x="13827" y="61772"/>
                  <a:pt x="0" y="47944"/>
                  <a:pt x="0" y="30886"/>
                </a:cubicBezTo>
                <a:cubicBezTo>
                  <a:pt x="0" y="13827"/>
                  <a:pt x="13827" y="0"/>
                  <a:pt x="30886" y="0"/>
                </a:cubicBezTo>
                <a:cubicBezTo>
                  <a:pt x="47945" y="0"/>
                  <a:pt x="61772" y="13827"/>
                  <a:pt x="61772" y="30886"/>
                </a:cubicBezTo>
                <a:close/>
              </a:path>
            </a:pathLst>
          </a:custGeom>
          <a:noFill/>
          <a:ln w="14287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7794" y="4026556"/>
            <a:ext cx="61772" cy="61772"/>
          </a:xfrm>
          <a:custGeom>
            <a:avLst/>
            <a:gdLst/>
            <a:ahLst/>
            <a:cxnLst/>
            <a:rect l="0" t="0" r="0" b="0"/>
            <a:pathLst>
              <a:path w="61772" h="61772">
                <a:moveTo>
                  <a:pt x="61772" y="30886"/>
                </a:moveTo>
                <a:cubicBezTo>
                  <a:pt x="61772" y="47944"/>
                  <a:pt x="47944" y="61772"/>
                  <a:pt x="30886" y="61772"/>
                </a:cubicBezTo>
                <a:cubicBezTo>
                  <a:pt x="13827" y="61772"/>
                  <a:pt x="0" y="47944"/>
                  <a:pt x="0" y="30886"/>
                </a:cubicBezTo>
                <a:cubicBezTo>
                  <a:pt x="0" y="13827"/>
                  <a:pt x="13827" y="0"/>
                  <a:pt x="30886" y="0"/>
                </a:cubicBezTo>
                <a:cubicBezTo>
                  <a:pt x="47944" y="0"/>
                  <a:pt x="61772" y="13827"/>
                  <a:pt x="61772" y="30886"/>
                </a:cubicBezTo>
                <a:close/>
              </a:path>
            </a:pathLst>
          </a:custGeom>
          <a:noFill/>
          <a:ln w="14287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48166" y="4026556"/>
            <a:ext cx="61772" cy="61772"/>
          </a:xfrm>
          <a:custGeom>
            <a:avLst/>
            <a:gdLst/>
            <a:ahLst/>
            <a:cxnLst/>
            <a:rect l="0" t="0" r="0" b="0"/>
            <a:pathLst>
              <a:path w="61772" h="61772">
                <a:moveTo>
                  <a:pt x="61772" y="30886"/>
                </a:moveTo>
                <a:cubicBezTo>
                  <a:pt x="61772" y="47944"/>
                  <a:pt x="47944" y="61772"/>
                  <a:pt x="30886" y="61772"/>
                </a:cubicBezTo>
                <a:cubicBezTo>
                  <a:pt x="13827" y="61772"/>
                  <a:pt x="0" y="47944"/>
                  <a:pt x="0" y="30886"/>
                </a:cubicBezTo>
                <a:cubicBezTo>
                  <a:pt x="0" y="13827"/>
                  <a:pt x="13827" y="0"/>
                  <a:pt x="30886" y="0"/>
                </a:cubicBezTo>
                <a:cubicBezTo>
                  <a:pt x="47944" y="0"/>
                  <a:pt x="61772" y="13827"/>
                  <a:pt x="61772" y="30886"/>
                </a:cubicBezTo>
                <a:close/>
              </a:path>
            </a:pathLst>
          </a:custGeom>
          <a:noFill/>
          <a:ln w="14287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8538" y="4025370"/>
            <a:ext cx="61772" cy="64148"/>
          </a:xfrm>
          <a:custGeom>
            <a:avLst/>
            <a:gdLst/>
            <a:ahLst/>
            <a:cxnLst/>
            <a:rect l="0" t="0" r="0" b="0"/>
            <a:pathLst>
              <a:path w="61772" h="64148">
                <a:moveTo>
                  <a:pt x="61772" y="32074"/>
                </a:moveTo>
                <a:cubicBezTo>
                  <a:pt x="61772" y="49788"/>
                  <a:pt x="47944" y="64148"/>
                  <a:pt x="30886" y="64148"/>
                </a:cubicBezTo>
                <a:cubicBezTo>
                  <a:pt x="13827" y="64148"/>
                  <a:pt x="0" y="49788"/>
                  <a:pt x="0" y="32074"/>
                </a:cubicBezTo>
                <a:cubicBezTo>
                  <a:pt x="0" y="14359"/>
                  <a:pt x="13827" y="0"/>
                  <a:pt x="30886" y="0"/>
                </a:cubicBezTo>
                <a:cubicBezTo>
                  <a:pt x="47944" y="0"/>
                  <a:pt x="61772" y="14359"/>
                  <a:pt x="61772" y="32074"/>
                </a:cubicBezTo>
                <a:close/>
              </a:path>
            </a:pathLst>
          </a:custGeom>
          <a:noFill/>
          <a:ln w="14287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88911" y="4026556"/>
            <a:ext cx="61772" cy="61772"/>
          </a:xfrm>
          <a:custGeom>
            <a:avLst/>
            <a:gdLst/>
            <a:ahLst/>
            <a:cxnLst/>
            <a:rect l="0" t="0" r="0" b="0"/>
            <a:pathLst>
              <a:path w="61772" h="61772">
                <a:moveTo>
                  <a:pt x="61772" y="30886"/>
                </a:moveTo>
                <a:cubicBezTo>
                  <a:pt x="61772" y="47944"/>
                  <a:pt x="47944" y="61772"/>
                  <a:pt x="30886" y="61772"/>
                </a:cubicBezTo>
                <a:cubicBezTo>
                  <a:pt x="13827" y="61772"/>
                  <a:pt x="0" y="47944"/>
                  <a:pt x="0" y="30886"/>
                </a:cubicBezTo>
                <a:cubicBezTo>
                  <a:pt x="0" y="13827"/>
                  <a:pt x="13827" y="0"/>
                  <a:pt x="30886" y="0"/>
                </a:cubicBezTo>
                <a:cubicBezTo>
                  <a:pt x="47944" y="0"/>
                  <a:pt x="61772" y="13827"/>
                  <a:pt x="61772" y="30886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2161" y="3450014"/>
            <a:ext cx="473768" cy="474184"/>
          </a:xfrm>
          <a:custGeom>
            <a:avLst/>
            <a:gdLst/>
            <a:ahLst/>
            <a:cxnLst/>
            <a:rect l="0" t="0" r="0" b="0"/>
            <a:pathLst>
              <a:path w="473768" h="474184">
                <a:moveTo>
                  <a:pt x="161117" y="370305"/>
                </a:moveTo>
                <a:cubicBezTo>
                  <a:pt x="152579" y="390722"/>
                  <a:pt x="134147" y="405320"/>
                  <a:pt x="112317" y="408954"/>
                </a:cubicBezTo>
                <a:moveTo>
                  <a:pt x="137334" y="237967"/>
                </a:moveTo>
                <a:cubicBezTo>
                  <a:pt x="117962" y="199842"/>
                  <a:pt x="81774" y="173060"/>
                  <a:pt x="39652" y="165673"/>
                </a:cubicBezTo>
                <a:moveTo>
                  <a:pt x="145797" y="172633"/>
                </a:moveTo>
                <a:lnTo>
                  <a:pt x="108878" y="200327"/>
                </a:lnTo>
                <a:moveTo>
                  <a:pt x="195709" y="3562"/>
                </a:moveTo>
                <a:cubicBezTo>
                  <a:pt x="195314" y="24203"/>
                  <a:pt x="191587" y="44645"/>
                  <a:pt x="184673" y="64099"/>
                </a:cubicBezTo>
                <a:moveTo>
                  <a:pt x="154528" y="82363"/>
                </a:moveTo>
                <a:cubicBezTo>
                  <a:pt x="154528" y="70991"/>
                  <a:pt x="163746" y="61772"/>
                  <a:pt x="175118" y="61772"/>
                </a:cubicBezTo>
                <a:cubicBezTo>
                  <a:pt x="186490" y="61772"/>
                  <a:pt x="195709" y="70991"/>
                  <a:pt x="195709" y="82363"/>
                </a:cubicBezTo>
                <a:cubicBezTo>
                  <a:pt x="195709" y="93735"/>
                  <a:pt x="186490" y="102954"/>
                  <a:pt x="175118" y="102954"/>
                </a:cubicBezTo>
                <a:cubicBezTo>
                  <a:pt x="163746" y="102954"/>
                  <a:pt x="154528" y="93735"/>
                  <a:pt x="154528" y="82363"/>
                </a:cubicBezTo>
                <a:close/>
                <a:moveTo>
                  <a:pt x="278073" y="123544"/>
                </a:moveTo>
                <a:cubicBezTo>
                  <a:pt x="278073" y="112172"/>
                  <a:pt x="287291" y="102954"/>
                  <a:pt x="298663" y="102954"/>
                </a:cubicBezTo>
                <a:cubicBezTo>
                  <a:pt x="310035" y="102954"/>
                  <a:pt x="319254" y="112172"/>
                  <a:pt x="319254" y="123544"/>
                </a:cubicBezTo>
                <a:cubicBezTo>
                  <a:pt x="319254" y="134916"/>
                  <a:pt x="310035" y="144135"/>
                  <a:pt x="298663" y="144135"/>
                </a:cubicBezTo>
                <a:cubicBezTo>
                  <a:pt x="287291" y="144135"/>
                  <a:pt x="278073" y="134916"/>
                  <a:pt x="278073" y="123544"/>
                </a:cubicBezTo>
                <a:close/>
                <a:moveTo>
                  <a:pt x="350140" y="205908"/>
                </a:moveTo>
                <a:cubicBezTo>
                  <a:pt x="350140" y="194536"/>
                  <a:pt x="359359" y="185317"/>
                  <a:pt x="370731" y="185317"/>
                </a:cubicBezTo>
                <a:cubicBezTo>
                  <a:pt x="382103" y="185317"/>
                  <a:pt x="391322" y="194536"/>
                  <a:pt x="391322" y="205908"/>
                </a:cubicBezTo>
                <a:cubicBezTo>
                  <a:pt x="391322" y="217280"/>
                  <a:pt x="382103" y="226498"/>
                  <a:pt x="370731" y="226498"/>
                </a:cubicBezTo>
                <a:cubicBezTo>
                  <a:pt x="359359" y="226498"/>
                  <a:pt x="350140" y="217280"/>
                  <a:pt x="350140" y="205908"/>
                </a:cubicBezTo>
                <a:close/>
                <a:moveTo>
                  <a:pt x="278073" y="277975"/>
                </a:moveTo>
                <a:cubicBezTo>
                  <a:pt x="278073" y="266603"/>
                  <a:pt x="287291" y="257385"/>
                  <a:pt x="298663" y="257385"/>
                </a:cubicBezTo>
                <a:cubicBezTo>
                  <a:pt x="310035" y="257385"/>
                  <a:pt x="319254" y="266603"/>
                  <a:pt x="319254" y="277975"/>
                </a:cubicBezTo>
                <a:cubicBezTo>
                  <a:pt x="319254" y="289347"/>
                  <a:pt x="310035" y="298566"/>
                  <a:pt x="298663" y="298566"/>
                </a:cubicBezTo>
                <a:cubicBezTo>
                  <a:pt x="287291" y="298566"/>
                  <a:pt x="278073" y="289347"/>
                  <a:pt x="278073" y="277975"/>
                </a:cubicBezTo>
                <a:close/>
                <a:moveTo>
                  <a:pt x="144232" y="164726"/>
                </a:moveTo>
                <a:cubicBezTo>
                  <a:pt x="144232" y="153354"/>
                  <a:pt x="153451" y="144135"/>
                  <a:pt x="164823" y="144135"/>
                </a:cubicBezTo>
                <a:cubicBezTo>
                  <a:pt x="176195" y="144135"/>
                  <a:pt x="185414" y="153354"/>
                  <a:pt x="185414" y="164726"/>
                </a:cubicBezTo>
                <a:cubicBezTo>
                  <a:pt x="185414" y="176098"/>
                  <a:pt x="176195" y="185317"/>
                  <a:pt x="164823" y="185317"/>
                </a:cubicBezTo>
                <a:cubicBezTo>
                  <a:pt x="153451" y="185317"/>
                  <a:pt x="144232" y="176098"/>
                  <a:pt x="144232" y="164726"/>
                </a:cubicBezTo>
                <a:close/>
                <a:moveTo>
                  <a:pt x="123641" y="257385"/>
                </a:moveTo>
                <a:cubicBezTo>
                  <a:pt x="123641" y="246013"/>
                  <a:pt x="132860" y="236794"/>
                  <a:pt x="144232" y="236794"/>
                </a:cubicBezTo>
                <a:cubicBezTo>
                  <a:pt x="155604" y="236794"/>
                  <a:pt x="164823" y="246013"/>
                  <a:pt x="164823" y="257385"/>
                </a:cubicBezTo>
                <a:cubicBezTo>
                  <a:pt x="164823" y="268757"/>
                  <a:pt x="155604" y="277975"/>
                  <a:pt x="144232" y="277975"/>
                </a:cubicBezTo>
                <a:cubicBezTo>
                  <a:pt x="132860" y="277975"/>
                  <a:pt x="123641" y="268757"/>
                  <a:pt x="123641" y="257385"/>
                </a:cubicBezTo>
                <a:close/>
                <a:moveTo>
                  <a:pt x="473685" y="236794"/>
                </a:moveTo>
                <a:cubicBezTo>
                  <a:pt x="473768" y="207821"/>
                  <a:pt x="458788" y="180887"/>
                  <a:pt x="434130" y="165673"/>
                </a:cubicBezTo>
                <a:cubicBezTo>
                  <a:pt x="435526" y="159593"/>
                  <a:pt x="436251" y="153379"/>
                  <a:pt x="436292" y="147141"/>
                </a:cubicBezTo>
                <a:cubicBezTo>
                  <a:pt x="436705" y="104325"/>
                  <a:pt x="404118" y="68394"/>
                  <a:pt x="361465" y="64634"/>
                </a:cubicBezTo>
                <a:cubicBezTo>
                  <a:pt x="361891" y="47774"/>
                  <a:pt x="355544" y="31447"/>
                  <a:pt x="343843" y="19301"/>
                </a:cubicBezTo>
                <a:cubicBezTo>
                  <a:pt x="332142" y="7155"/>
                  <a:pt x="316063" y="203"/>
                  <a:pt x="299199" y="0"/>
                </a:cubicBezTo>
                <a:cubicBezTo>
                  <a:pt x="272536" y="1526"/>
                  <a:pt x="248746" y="17250"/>
                  <a:pt x="236891" y="41181"/>
                </a:cubicBezTo>
                <a:cubicBezTo>
                  <a:pt x="225036" y="17250"/>
                  <a:pt x="201246" y="1526"/>
                  <a:pt x="174583" y="0"/>
                </a:cubicBezTo>
                <a:cubicBezTo>
                  <a:pt x="157719" y="203"/>
                  <a:pt x="141640" y="7155"/>
                  <a:pt x="129939" y="19301"/>
                </a:cubicBezTo>
                <a:cubicBezTo>
                  <a:pt x="118238" y="31447"/>
                  <a:pt x="111891" y="47774"/>
                  <a:pt x="112317" y="64634"/>
                </a:cubicBezTo>
                <a:cubicBezTo>
                  <a:pt x="69648" y="68395"/>
                  <a:pt x="37055" y="104351"/>
                  <a:pt x="37490" y="147183"/>
                </a:cubicBezTo>
                <a:cubicBezTo>
                  <a:pt x="37497" y="153416"/>
                  <a:pt x="38188" y="159631"/>
                  <a:pt x="39549" y="165714"/>
                </a:cubicBezTo>
                <a:cubicBezTo>
                  <a:pt x="14956" y="180989"/>
                  <a:pt x="0" y="207885"/>
                  <a:pt x="0" y="236835"/>
                </a:cubicBezTo>
                <a:cubicBezTo>
                  <a:pt x="0" y="265785"/>
                  <a:pt x="14956" y="292681"/>
                  <a:pt x="39549" y="307956"/>
                </a:cubicBezTo>
                <a:cubicBezTo>
                  <a:pt x="38188" y="314039"/>
                  <a:pt x="37497" y="320253"/>
                  <a:pt x="37490" y="326487"/>
                </a:cubicBezTo>
                <a:cubicBezTo>
                  <a:pt x="37099" y="369288"/>
                  <a:pt x="69680" y="405195"/>
                  <a:pt x="112317" y="408954"/>
                </a:cubicBezTo>
                <a:cubicBezTo>
                  <a:pt x="111891" y="425813"/>
                  <a:pt x="118238" y="442141"/>
                  <a:pt x="129939" y="454287"/>
                </a:cubicBezTo>
                <a:cubicBezTo>
                  <a:pt x="141640" y="466432"/>
                  <a:pt x="157719" y="473384"/>
                  <a:pt x="174583" y="473588"/>
                </a:cubicBezTo>
                <a:cubicBezTo>
                  <a:pt x="199172" y="474184"/>
                  <a:pt x="222477" y="462632"/>
                  <a:pt x="236891" y="442702"/>
                </a:cubicBezTo>
                <a:cubicBezTo>
                  <a:pt x="251305" y="462632"/>
                  <a:pt x="274610" y="474184"/>
                  <a:pt x="299199" y="473588"/>
                </a:cubicBezTo>
                <a:cubicBezTo>
                  <a:pt x="316063" y="473384"/>
                  <a:pt x="332142" y="466432"/>
                  <a:pt x="343843" y="454287"/>
                </a:cubicBezTo>
                <a:cubicBezTo>
                  <a:pt x="355544" y="442141"/>
                  <a:pt x="361891" y="425813"/>
                  <a:pt x="361465" y="408954"/>
                </a:cubicBezTo>
                <a:cubicBezTo>
                  <a:pt x="404134" y="405193"/>
                  <a:pt x="436727" y="369237"/>
                  <a:pt x="436292" y="326405"/>
                </a:cubicBezTo>
                <a:cubicBezTo>
                  <a:pt x="436251" y="320167"/>
                  <a:pt x="435526" y="313953"/>
                  <a:pt x="434130" y="307873"/>
                </a:cubicBezTo>
                <a:cubicBezTo>
                  <a:pt x="458775" y="292667"/>
                  <a:pt x="473753" y="265752"/>
                  <a:pt x="473685" y="236794"/>
                </a:cubicBezTo>
                <a:close/>
                <a:moveTo>
                  <a:pt x="236891" y="277975"/>
                </a:moveTo>
                <a:lnTo>
                  <a:pt x="236891" y="41181"/>
                </a:lnTo>
                <a:moveTo>
                  <a:pt x="236891" y="442702"/>
                </a:moveTo>
                <a:lnTo>
                  <a:pt x="236891" y="359474"/>
                </a:lnTo>
                <a:moveTo>
                  <a:pt x="425770" y="106310"/>
                </a:moveTo>
                <a:lnTo>
                  <a:pt x="368672" y="134890"/>
                </a:lnTo>
                <a:cubicBezTo>
                  <a:pt x="351992" y="143241"/>
                  <a:pt x="332393" y="143439"/>
                  <a:pt x="315548" y="135425"/>
                </a:cubicBezTo>
                <a:moveTo>
                  <a:pt x="350140" y="205908"/>
                </a:moveTo>
                <a:cubicBezTo>
                  <a:pt x="324662" y="212013"/>
                  <a:pt x="304769" y="231906"/>
                  <a:pt x="298663" y="257385"/>
                </a:cubicBezTo>
                <a:moveTo>
                  <a:pt x="361465" y="408954"/>
                </a:moveTo>
                <a:cubicBezTo>
                  <a:pt x="355782" y="389166"/>
                  <a:pt x="346084" y="373949"/>
                  <a:pt x="329550" y="370634"/>
                </a:cubicBezTo>
                <a:moveTo>
                  <a:pt x="144232" y="350043"/>
                </a:moveTo>
                <a:cubicBezTo>
                  <a:pt x="144232" y="338671"/>
                  <a:pt x="153451" y="329452"/>
                  <a:pt x="164823" y="329452"/>
                </a:cubicBezTo>
                <a:cubicBezTo>
                  <a:pt x="176195" y="329452"/>
                  <a:pt x="185414" y="338671"/>
                  <a:pt x="185414" y="350043"/>
                </a:cubicBezTo>
                <a:cubicBezTo>
                  <a:pt x="185414" y="361415"/>
                  <a:pt x="176195" y="370634"/>
                  <a:pt x="164823" y="370634"/>
                </a:cubicBezTo>
                <a:cubicBezTo>
                  <a:pt x="153451" y="370634"/>
                  <a:pt x="144232" y="361415"/>
                  <a:pt x="144232" y="350043"/>
                </a:cubicBezTo>
                <a:close/>
                <a:moveTo>
                  <a:pt x="288368" y="370634"/>
                </a:moveTo>
                <a:cubicBezTo>
                  <a:pt x="288368" y="359262"/>
                  <a:pt x="297587" y="350043"/>
                  <a:pt x="308959" y="350043"/>
                </a:cubicBezTo>
                <a:cubicBezTo>
                  <a:pt x="320331" y="350043"/>
                  <a:pt x="329550" y="359262"/>
                  <a:pt x="329550" y="370634"/>
                </a:cubicBezTo>
                <a:cubicBezTo>
                  <a:pt x="329550" y="382006"/>
                  <a:pt x="320331" y="391225"/>
                  <a:pt x="308959" y="391225"/>
                </a:cubicBezTo>
                <a:cubicBezTo>
                  <a:pt x="297587" y="391225"/>
                  <a:pt x="288368" y="382006"/>
                  <a:pt x="288368" y="370634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61591" y="3439718"/>
            <a:ext cx="478736" cy="448879"/>
          </a:xfrm>
          <a:custGeom>
            <a:avLst/>
            <a:gdLst/>
            <a:ahLst/>
            <a:cxnLst/>
            <a:rect l="0" t="0" r="0" b="0"/>
            <a:pathLst>
              <a:path w="478736" h="448879">
                <a:moveTo>
                  <a:pt x="478736" y="45299"/>
                </a:moveTo>
                <a:lnTo>
                  <a:pt x="381959" y="144135"/>
                </a:lnTo>
                <a:lnTo>
                  <a:pt x="340777" y="102954"/>
                </a:lnTo>
                <a:lnTo>
                  <a:pt x="283123" y="160608"/>
                </a:lnTo>
                <a:moveTo>
                  <a:pt x="231646" y="345925"/>
                </a:moveTo>
                <a:cubicBezTo>
                  <a:pt x="231646" y="362398"/>
                  <a:pt x="217233" y="376811"/>
                  <a:pt x="200760" y="376811"/>
                </a:cubicBezTo>
                <a:lnTo>
                  <a:pt x="46329" y="376811"/>
                </a:lnTo>
                <a:cubicBezTo>
                  <a:pt x="29856" y="376811"/>
                  <a:pt x="15443" y="362398"/>
                  <a:pt x="15443" y="345925"/>
                </a:cubicBezTo>
                <a:lnTo>
                  <a:pt x="15443" y="232676"/>
                </a:lnTo>
                <a:cubicBezTo>
                  <a:pt x="15443" y="216203"/>
                  <a:pt x="29856" y="201789"/>
                  <a:pt x="46329" y="201789"/>
                </a:cubicBezTo>
                <a:lnTo>
                  <a:pt x="200760" y="201789"/>
                </a:lnTo>
                <a:cubicBezTo>
                  <a:pt x="217233" y="201789"/>
                  <a:pt x="231646" y="216203"/>
                  <a:pt x="231646" y="232676"/>
                </a:cubicBezTo>
                <a:close/>
                <a:moveTo>
                  <a:pt x="124574" y="277975"/>
                </a:moveTo>
                <a:cubicBezTo>
                  <a:pt x="118397" y="277975"/>
                  <a:pt x="114278" y="282094"/>
                  <a:pt x="114278" y="288271"/>
                </a:cubicBezTo>
                <a:cubicBezTo>
                  <a:pt x="114278" y="294448"/>
                  <a:pt x="118397" y="298566"/>
                  <a:pt x="124574" y="298566"/>
                </a:cubicBezTo>
                <a:moveTo>
                  <a:pt x="124574" y="298566"/>
                </a:moveTo>
                <a:cubicBezTo>
                  <a:pt x="130751" y="298566"/>
                  <a:pt x="134869" y="294448"/>
                  <a:pt x="134869" y="288271"/>
                </a:cubicBezTo>
                <a:cubicBezTo>
                  <a:pt x="134869" y="282094"/>
                  <a:pt x="130751" y="277975"/>
                  <a:pt x="124574" y="277975"/>
                </a:cubicBezTo>
                <a:moveTo>
                  <a:pt x="46329" y="201789"/>
                </a:moveTo>
                <a:lnTo>
                  <a:pt x="46329" y="156490"/>
                </a:lnTo>
                <a:cubicBezTo>
                  <a:pt x="46329" y="113249"/>
                  <a:pt x="81333" y="78245"/>
                  <a:pt x="124574" y="78245"/>
                </a:cubicBezTo>
                <a:cubicBezTo>
                  <a:pt x="167815" y="78245"/>
                  <a:pt x="202819" y="113249"/>
                  <a:pt x="202819" y="156490"/>
                </a:cubicBezTo>
                <a:lnTo>
                  <a:pt x="202819" y="201789"/>
                </a:lnTo>
                <a:moveTo>
                  <a:pt x="412845" y="45299"/>
                </a:moveTo>
                <a:lnTo>
                  <a:pt x="478736" y="45299"/>
                </a:lnTo>
                <a:lnTo>
                  <a:pt x="478736" y="113249"/>
                </a:lnTo>
                <a:moveTo>
                  <a:pt x="0" y="0"/>
                </a:moveTo>
                <a:moveTo>
                  <a:pt x="478736" y="448879"/>
                </a:moveTo>
                <a:lnTo>
                  <a:pt x="381959" y="350043"/>
                </a:lnTo>
                <a:lnTo>
                  <a:pt x="340777" y="391225"/>
                </a:lnTo>
                <a:lnTo>
                  <a:pt x="293419" y="345925"/>
                </a:lnTo>
                <a:moveTo>
                  <a:pt x="412845" y="448879"/>
                </a:moveTo>
                <a:lnTo>
                  <a:pt x="478736" y="448879"/>
                </a:lnTo>
                <a:lnTo>
                  <a:pt x="478736" y="380929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11809" y="3452073"/>
            <a:ext cx="452997" cy="469470"/>
          </a:xfrm>
          <a:custGeom>
            <a:avLst/>
            <a:gdLst/>
            <a:ahLst/>
            <a:cxnLst/>
            <a:rect l="0" t="0" r="0" b="0"/>
            <a:pathLst>
              <a:path w="452997" h="469470">
                <a:moveTo>
                  <a:pt x="411816" y="226498"/>
                </a:moveTo>
                <a:cubicBezTo>
                  <a:pt x="411816" y="249242"/>
                  <a:pt x="393378" y="267680"/>
                  <a:pt x="370634" y="267680"/>
                </a:cubicBezTo>
                <a:lnTo>
                  <a:pt x="102954" y="267680"/>
                </a:lnTo>
                <a:cubicBezTo>
                  <a:pt x="80210" y="267680"/>
                  <a:pt x="61772" y="249242"/>
                  <a:pt x="61772" y="226498"/>
                </a:cubicBezTo>
                <a:lnTo>
                  <a:pt x="61772" y="41181"/>
                </a:lnTo>
                <a:cubicBezTo>
                  <a:pt x="61772" y="18437"/>
                  <a:pt x="80210" y="0"/>
                  <a:pt x="102954" y="0"/>
                </a:cubicBezTo>
                <a:lnTo>
                  <a:pt x="370634" y="0"/>
                </a:lnTo>
                <a:cubicBezTo>
                  <a:pt x="393378" y="0"/>
                  <a:pt x="411816" y="18437"/>
                  <a:pt x="411816" y="41181"/>
                </a:cubicBezTo>
                <a:close/>
                <a:moveTo>
                  <a:pt x="61854" y="102954"/>
                </a:moveTo>
                <a:lnTo>
                  <a:pt x="411898" y="102954"/>
                </a:lnTo>
                <a:moveTo>
                  <a:pt x="139070" y="41181"/>
                </a:moveTo>
                <a:cubicBezTo>
                  <a:pt x="136227" y="41181"/>
                  <a:pt x="133922" y="43486"/>
                  <a:pt x="133922" y="46329"/>
                </a:cubicBezTo>
                <a:cubicBezTo>
                  <a:pt x="133922" y="49172"/>
                  <a:pt x="136227" y="51477"/>
                  <a:pt x="139070" y="51477"/>
                </a:cubicBezTo>
                <a:cubicBezTo>
                  <a:pt x="141913" y="51477"/>
                  <a:pt x="144218" y="49172"/>
                  <a:pt x="144218" y="46329"/>
                </a:cubicBezTo>
                <a:cubicBezTo>
                  <a:pt x="144218" y="43486"/>
                  <a:pt x="141913" y="41181"/>
                  <a:pt x="139070" y="41181"/>
                </a:cubicBezTo>
                <a:moveTo>
                  <a:pt x="200842" y="41181"/>
                </a:moveTo>
                <a:cubicBezTo>
                  <a:pt x="197999" y="41181"/>
                  <a:pt x="195695" y="43486"/>
                  <a:pt x="195695" y="46329"/>
                </a:cubicBezTo>
                <a:cubicBezTo>
                  <a:pt x="195695" y="49172"/>
                  <a:pt x="197999" y="51477"/>
                  <a:pt x="200842" y="51477"/>
                </a:cubicBezTo>
                <a:cubicBezTo>
                  <a:pt x="203685" y="51477"/>
                  <a:pt x="205990" y="49172"/>
                  <a:pt x="205990" y="46329"/>
                </a:cubicBezTo>
                <a:cubicBezTo>
                  <a:pt x="205990" y="43486"/>
                  <a:pt x="203685" y="41181"/>
                  <a:pt x="200842" y="41181"/>
                </a:cubicBezTo>
                <a:moveTo>
                  <a:pt x="179963" y="363427"/>
                </a:moveTo>
                <a:cubicBezTo>
                  <a:pt x="179963" y="390151"/>
                  <a:pt x="201627" y="411816"/>
                  <a:pt x="228352" y="411816"/>
                </a:cubicBezTo>
                <a:cubicBezTo>
                  <a:pt x="255076" y="411816"/>
                  <a:pt x="276740" y="390151"/>
                  <a:pt x="276740" y="363427"/>
                </a:cubicBezTo>
                <a:cubicBezTo>
                  <a:pt x="276740" y="336703"/>
                  <a:pt x="255076" y="315039"/>
                  <a:pt x="228352" y="315039"/>
                </a:cubicBezTo>
                <a:cubicBezTo>
                  <a:pt x="201627" y="315039"/>
                  <a:pt x="179963" y="336703"/>
                  <a:pt x="179963" y="363427"/>
                </a:cubicBezTo>
                <a:close/>
                <a:moveTo>
                  <a:pt x="27756" y="363427"/>
                </a:moveTo>
                <a:cubicBezTo>
                  <a:pt x="27756" y="390151"/>
                  <a:pt x="49420" y="411816"/>
                  <a:pt x="76144" y="411816"/>
                </a:cubicBezTo>
                <a:cubicBezTo>
                  <a:pt x="102868" y="411816"/>
                  <a:pt x="124533" y="390151"/>
                  <a:pt x="124533" y="363427"/>
                </a:cubicBezTo>
                <a:cubicBezTo>
                  <a:pt x="124533" y="336703"/>
                  <a:pt x="102868" y="315039"/>
                  <a:pt x="76144" y="315039"/>
                </a:cubicBezTo>
                <a:cubicBezTo>
                  <a:pt x="49420" y="315039"/>
                  <a:pt x="27756" y="336703"/>
                  <a:pt x="27756" y="363427"/>
                </a:cubicBezTo>
                <a:close/>
                <a:moveTo>
                  <a:pt x="328794" y="363427"/>
                </a:moveTo>
                <a:cubicBezTo>
                  <a:pt x="328794" y="390151"/>
                  <a:pt x="350458" y="411816"/>
                  <a:pt x="377182" y="411816"/>
                </a:cubicBezTo>
                <a:cubicBezTo>
                  <a:pt x="403906" y="411816"/>
                  <a:pt x="425570" y="390151"/>
                  <a:pt x="425570" y="363427"/>
                </a:cubicBezTo>
                <a:cubicBezTo>
                  <a:pt x="425570" y="336703"/>
                  <a:pt x="403906" y="315039"/>
                  <a:pt x="377182" y="315039"/>
                </a:cubicBezTo>
                <a:cubicBezTo>
                  <a:pt x="350458" y="315039"/>
                  <a:pt x="328794" y="336703"/>
                  <a:pt x="328794" y="363427"/>
                </a:cubicBezTo>
                <a:close/>
                <a:moveTo>
                  <a:pt x="452997" y="469470"/>
                </a:moveTo>
                <a:cubicBezTo>
                  <a:pt x="434692" y="446761"/>
                  <a:pt x="407091" y="433558"/>
                  <a:pt x="377923" y="433558"/>
                </a:cubicBezTo>
                <a:cubicBezTo>
                  <a:pt x="348755" y="433558"/>
                  <a:pt x="321154" y="446761"/>
                  <a:pt x="302849" y="469470"/>
                </a:cubicBezTo>
                <a:cubicBezTo>
                  <a:pt x="283918" y="446864"/>
                  <a:pt x="255983" y="433756"/>
                  <a:pt x="226498" y="433642"/>
                </a:cubicBezTo>
                <a:moveTo>
                  <a:pt x="0" y="469470"/>
                </a:moveTo>
                <a:cubicBezTo>
                  <a:pt x="18305" y="446761"/>
                  <a:pt x="45905" y="433558"/>
                  <a:pt x="75074" y="433558"/>
                </a:cubicBezTo>
                <a:cubicBezTo>
                  <a:pt x="104242" y="433558"/>
                  <a:pt x="131843" y="446761"/>
                  <a:pt x="150148" y="469470"/>
                </a:cubicBezTo>
                <a:cubicBezTo>
                  <a:pt x="169078" y="446864"/>
                  <a:pt x="197013" y="433756"/>
                  <a:pt x="226498" y="433642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19023" y="3450014"/>
            <a:ext cx="267680" cy="473588"/>
          </a:xfrm>
          <a:custGeom>
            <a:avLst/>
            <a:gdLst/>
            <a:ahLst/>
            <a:cxnLst/>
            <a:rect l="0" t="0" r="0" b="0"/>
            <a:pathLst>
              <a:path w="267680" h="473588">
                <a:moveTo>
                  <a:pt x="0" y="391225"/>
                </a:moveTo>
                <a:lnTo>
                  <a:pt x="267680" y="391225"/>
                </a:lnTo>
                <a:moveTo>
                  <a:pt x="133840" y="437554"/>
                </a:moveTo>
                <a:lnTo>
                  <a:pt x="133840" y="437554"/>
                </a:lnTo>
                <a:moveTo>
                  <a:pt x="133840" y="437554"/>
                </a:moveTo>
                <a:cubicBezTo>
                  <a:pt x="136683" y="437554"/>
                  <a:pt x="138987" y="435249"/>
                  <a:pt x="138987" y="432406"/>
                </a:cubicBezTo>
                <a:moveTo>
                  <a:pt x="138987" y="432406"/>
                </a:moveTo>
                <a:lnTo>
                  <a:pt x="138987" y="432406"/>
                </a:lnTo>
                <a:moveTo>
                  <a:pt x="133840" y="427259"/>
                </a:moveTo>
                <a:cubicBezTo>
                  <a:pt x="136683" y="427259"/>
                  <a:pt x="138987" y="429563"/>
                  <a:pt x="138987" y="432406"/>
                </a:cubicBezTo>
                <a:moveTo>
                  <a:pt x="133840" y="427259"/>
                </a:moveTo>
                <a:lnTo>
                  <a:pt x="133840" y="427259"/>
                </a:lnTo>
                <a:moveTo>
                  <a:pt x="128692" y="432406"/>
                </a:moveTo>
                <a:cubicBezTo>
                  <a:pt x="128687" y="431040"/>
                  <a:pt x="129227" y="429727"/>
                  <a:pt x="130194" y="428760"/>
                </a:cubicBezTo>
                <a:cubicBezTo>
                  <a:pt x="131160" y="427794"/>
                  <a:pt x="132473" y="427253"/>
                  <a:pt x="133840" y="427259"/>
                </a:cubicBezTo>
                <a:moveTo>
                  <a:pt x="128692" y="432406"/>
                </a:moveTo>
                <a:lnTo>
                  <a:pt x="128692" y="432406"/>
                </a:lnTo>
                <a:moveTo>
                  <a:pt x="128692" y="432406"/>
                </a:moveTo>
                <a:cubicBezTo>
                  <a:pt x="128687" y="433773"/>
                  <a:pt x="129227" y="435086"/>
                  <a:pt x="130194" y="436053"/>
                </a:cubicBezTo>
                <a:cubicBezTo>
                  <a:pt x="131160" y="437019"/>
                  <a:pt x="132473" y="437560"/>
                  <a:pt x="133840" y="437554"/>
                </a:cubicBezTo>
                <a:moveTo>
                  <a:pt x="41181" y="0"/>
                </a:moveTo>
                <a:lnTo>
                  <a:pt x="226498" y="0"/>
                </a:lnTo>
                <a:cubicBezTo>
                  <a:pt x="226498" y="0"/>
                  <a:pt x="267680" y="0"/>
                  <a:pt x="267680" y="41181"/>
                </a:cubicBezTo>
                <a:lnTo>
                  <a:pt x="267680" y="432406"/>
                </a:lnTo>
                <a:cubicBezTo>
                  <a:pt x="267680" y="432406"/>
                  <a:pt x="267680" y="473588"/>
                  <a:pt x="226498" y="473588"/>
                </a:cubicBezTo>
                <a:lnTo>
                  <a:pt x="41181" y="473588"/>
                </a:lnTo>
                <a:cubicBezTo>
                  <a:pt x="41181" y="473588"/>
                  <a:pt x="0" y="473588"/>
                  <a:pt x="0" y="432406"/>
                </a:cubicBezTo>
                <a:lnTo>
                  <a:pt x="0" y="41181"/>
                </a:lnTo>
                <a:cubicBezTo>
                  <a:pt x="0" y="41181"/>
                  <a:pt x="0" y="0"/>
                  <a:pt x="41181" y="0"/>
                </a:cubicBezTo>
                <a:moveTo>
                  <a:pt x="61772" y="61772"/>
                </a:moveTo>
                <a:lnTo>
                  <a:pt x="61772" y="82363"/>
                </a:lnTo>
                <a:moveTo>
                  <a:pt x="41181" y="102954"/>
                </a:moveTo>
                <a:cubicBezTo>
                  <a:pt x="41181" y="114326"/>
                  <a:pt x="50400" y="123544"/>
                  <a:pt x="61772" y="123544"/>
                </a:cubicBezTo>
                <a:cubicBezTo>
                  <a:pt x="73144" y="123544"/>
                  <a:pt x="82363" y="114326"/>
                  <a:pt x="82363" y="102954"/>
                </a:cubicBezTo>
                <a:cubicBezTo>
                  <a:pt x="82363" y="91582"/>
                  <a:pt x="73144" y="82363"/>
                  <a:pt x="61772" y="82363"/>
                </a:cubicBezTo>
                <a:cubicBezTo>
                  <a:pt x="50400" y="82363"/>
                  <a:pt x="41181" y="91582"/>
                  <a:pt x="41181" y="102954"/>
                </a:cubicBezTo>
                <a:moveTo>
                  <a:pt x="41181" y="205908"/>
                </a:moveTo>
                <a:cubicBezTo>
                  <a:pt x="41181" y="217280"/>
                  <a:pt x="50400" y="226498"/>
                  <a:pt x="61772" y="226498"/>
                </a:cubicBezTo>
                <a:cubicBezTo>
                  <a:pt x="73144" y="226498"/>
                  <a:pt x="82363" y="217280"/>
                  <a:pt x="82363" y="205908"/>
                </a:cubicBezTo>
                <a:cubicBezTo>
                  <a:pt x="82363" y="194536"/>
                  <a:pt x="73144" y="185317"/>
                  <a:pt x="61772" y="185317"/>
                </a:cubicBezTo>
                <a:cubicBezTo>
                  <a:pt x="50400" y="185317"/>
                  <a:pt x="41181" y="194536"/>
                  <a:pt x="41181" y="205908"/>
                </a:cubicBezTo>
                <a:moveTo>
                  <a:pt x="41181" y="308862"/>
                </a:moveTo>
                <a:cubicBezTo>
                  <a:pt x="41181" y="320234"/>
                  <a:pt x="50400" y="329452"/>
                  <a:pt x="61772" y="329452"/>
                </a:cubicBezTo>
                <a:cubicBezTo>
                  <a:pt x="73144" y="329452"/>
                  <a:pt x="82363" y="320234"/>
                  <a:pt x="82363" y="308862"/>
                </a:cubicBezTo>
                <a:cubicBezTo>
                  <a:pt x="82363" y="297490"/>
                  <a:pt x="73144" y="288271"/>
                  <a:pt x="61772" y="288271"/>
                </a:cubicBezTo>
                <a:cubicBezTo>
                  <a:pt x="50400" y="288271"/>
                  <a:pt x="41181" y="297490"/>
                  <a:pt x="41181" y="308862"/>
                </a:cubicBezTo>
                <a:moveTo>
                  <a:pt x="61772" y="123544"/>
                </a:moveTo>
                <a:lnTo>
                  <a:pt x="61772" y="185317"/>
                </a:lnTo>
                <a:moveTo>
                  <a:pt x="61772" y="226498"/>
                </a:moveTo>
                <a:lnTo>
                  <a:pt x="61772" y="288271"/>
                </a:lnTo>
                <a:moveTo>
                  <a:pt x="61772" y="329452"/>
                </a:moveTo>
                <a:lnTo>
                  <a:pt x="61772" y="350043"/>
                </a:lnTo>
                <a:moveTo>
                  <a:pt x="123544" y="102954"/>
                </a:moveTo>
                <a:lnTo>
                  <a:pt x="226498" y="102954"/>
                </a:lnTo>
                <a:moveTo>
                  <a:pt x="123544" y="205908"/>
                </a:moveTo>
                <a:lnTo>
                  <a:pt x="205908" y="205908"/>
                </a:lnTo>
                <a:moveTo>
                  <a:pt x="123544" y="308862"/>
                </a:moveTo>
                <a:lnTo>
                  <a:pt x="226498" y="308862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594" y="3450014"/>
            <a:ext cx="425406" cy="473588"/>
          </a:xfrm>
          <a:custGeom>
            <a:avLst/>
            <a:gdLst/>
            <a:ahLst/>
            <a:cxnLst/>
            <a:rect l="0" t="0" r="0" b="0"/>
            <a:pathLst>
              <a:path w="425406" h="473588">
                <a:moveTo>
                  <a:pt x="377429" y="164726"/>
                </a:moveTo>
                <a:cubicBezTo>
                  <a:pt x="377429" y="176098"/>
                  <a:pt x="368210" y="185317"/>
                  <a:pt x="356838" y="185317"/>
                </a:cubicBezTo>
                <a:lnTo>
                  <a:pt x="274475" y="185317"/>
                </a:lnTo>
                <a:lnTo>
                  <a:pt x="212703" y="247089"/>
                </a:lnTo>
                <a:lnTo>
                  <a:pt x="212703" y="185317"/>
                </a:lnTo>
                <a:lnTo>
                  <a:pt x="68567" y="185317"/>
                </a:lnTo>
                <a:cubicBezTo>
                  <a:pt x="57195" y="185317"/>
                  <a:pt x="47976" y="176098"/>
                  <a:pt x="47976" y="164726"/>
                </a:cubicBezTo>
                <a:lnTo>
                  <a:pt x="47976" y="20590"/>
                </a:lnTo>
                <a:cubicBezTo>
                  <a:pt x="47976" y="9218"/>
                  <a:pt x="57195" y="0"/>
                  <a:pt x="68567" y="0"/>
                </a:cubicBezTo>
                <a:lnTo>
                  <a:pt x="356838" y="0"/>
                </a:lnTo>
                <a:cubicBezTo>
                  <a:pt x="368210" y="0"/>
                  <a:pt x="377429" y="9218"/>
                  <a:pt x="377429" y="20590"/>
                </a:cubicBezTo>
                <a:close/>
                <a:moveTo>
                  <a:pt x="178316" y="473588"/>
                </a:moveTo>
                <a:cubicBezTo>
                  <a:pt x="159924" y="441737"/>
                  <a:pt x="125938" y="422116"/>
                  <a:pt x="89158" y="422116"/>
                </a:cubicBezTo>
                <a:cubicBezTo>
                  <a:pt x="52378" y="422116"/>
                  <a:pt x="18391" y="441737"/>
                  <a:pt x="0" y="473588"/>
                </a:cubicBezTo>
                <a:moveTo>
                  <a:pt x="150930" y="321010"/>
                </a:moveTo>
                <a:cubicBezTo>
                  <a:pt x="137930" y="326627"/>
                  <a:pt x="123910" y="329501"/>
                  <a:pt x="109749" y="329452"/>
                </a:cubicBezTo>
                <a:cubicBezTo>
                  <a:pt x="81949" y="329559"/>
                  <a:pt x="55287" y="318420"/>
                  <a:pt x="35828" y="298566"/>
                </a:cubicBezTo>
                <a:moveTo>
                  <a:pt x="27385" y="329452"/>
                </a:moveTo>
                <a:cubicBezTo>
                  <a:pt x="27385" y="363568"/>
                  <a:pt x="55042" y="391225"/>
                  <a:pt x="89158" y="391225"/>
                </a:cubicBezTo>
                <a:cubicBezTo>
                  <a:pt x="123274" y="391225"/>
                  <a:pt x="150930" y="363568"/>
                  <a:pt x="150930" y="329452"/>
                </a:cubicBezTo>
                <a:cubicBezTo>
                  <a:pt x="150930" y="295336"/>
                  <a:pt x="123274" y="267680"/>
                  <a:pt x="89158" y="267680"/>
                </a:cubicBezTo>
                <a:cubicBezTo>
                  <a:pt x="55042" y="267680"/>
                  <a:pt x="27385" y="295336"/>
                  <a:pt x="27385" y="329452"/>
                </a:cubicBezTo>
                <a:moveTo>
                  <a:pt x="425406" y="473588"/>
                </a:moveTo>
                <a:cubicBezTo>
                  <a:pt x="407014" y="441737"/>
                  <a:pt x="373027" y="422116"/>
                  <a:pt x="336247" y="422116"/>
                </a:cubicBezTo>
                <a:cubicBezTo>
                  <a:pt x="299467" y="422116"/>
                  <a:pt x="265481" y="441737"/>
                  <a:pt x="247089" y="473588"/>
                </a:cubicBezTo>
                <a:moveTo>
                  <a:pt x="397402" y="321422"/>
                </a:moveTo>
                <a:cubicBezTo>
                  <a:pt x="358192" y="338267"/>
                  <a:pt x="312654" y="329176"/>
                  <a:pt x="282917" y="298566"/>
                </a:cubicBezTo>
                <a:moveTo>
                  <a:pt x="274475" y="329452"/>
                </a:moveTo>
                <a:cubicBezTo>
                  <a:pt x="274475" y="363568"/>
                  <a:pt x="302131" y="391225"/>
                  <a:pt x="336247" y="391225"/>
                </a:cubicBezTo>
                <a:cubicBezTo>
                  <a:pt x="370363" y="391225"/>
                  <a:pt x="398020" y="363568"/>
                  <a:pt x="398020" y="329452"/>
                </a:cubicBezTo>
                <a:cubicBezTo>
                  <a:pt x="398020" y="295336"/>
                  <a:pt x="370363" y="267680"/>
                  <a:pt x="336247" y="267680"/>
                </a:cubicBezTo>
                <a:cubicBezTo>
                  <a:pt x="302131" y="267680"/>
                  <a:pt x="274475" y="295336"/>
                  <a:pt x="274475" y="329452"/>
                </a:cubicBezTo>
                <a:moveTo>
                  <a:pt x="181816" y="72067"/>
                </a:moveTo>
                <a:cubicBezTo>
                  <a:pt x="181816" y="55009"/>
                  <a:pt x="195645" y="41181"/>
                  <a:pt x="212703" y="41181"/>
                </a:cubicBezTo>
                <a:cubicBezTo>
                  <a:pt x="229761" y="41181"/>
                  <a:pt x="243589" y="55009"/>
                  <a:pt x="243589" y="72067"/>
                </a:cubicBezTo>
                <a:cubicBezTo>
                  <a:pt x="243589" y="89125"/>
                  <a:pt x="229761" y="102954"/>
                  <a:pt x="212703" y="102954"/>
                </a:cubicBezTo>
                <a:moveTo>
                  <a:pt x="212703" y="133840"/>
                </a:moveTo>
                <a:cubicBezTo>
                  <a:pt x="209860" y="133840"/>
                  <a:pt x="207555" y="136144"/>
                  <a:pt x="207555" y="138987"/>
                </a:cubicBezTo>
                <a:cubicBezTo>
                  <a:pt x="207555" y="141830"/>
                  <a:pt x="209860" y="144135"/>
                  <a:pt x="212703" y="144135"/>
                </a:cubicBezTo>
                <a:cubicBezTo>
                  <a:pt x="215546" y="144135"/>
                  <a:pt x="217850" y="141830"/>
                  <a:pt x="217850" y="138987"/>
                </a:cubicBezTo>
                <a:cubicBezTo>
                  <a:pt x="217850" y="136144"/>
                  <a:pt x="215546" y="133840"/>
                  <a:pt x="212703" y="13384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" name="Group 19"/>
          <p:cNvGrpSpPr/>
          <p:nvPr/>
        </p:nvGrpSpPr>
        <p:grpSpPr>
          <a:xfrm>
            <a:off x="2134278" y="2822014"/>
            <a:ext cx="1430302" cy="494146"/>
            <a:chOff x="2127225" y="2478061"/>
            <a:chExt cx="1430302" cy="494146"/>
          </a:xfrm>
        </p:grpSpPr>
        <p:sp>
          <p:nvSpPr>
            <p:cNvPr id="18" name="TextBox 17"/>
            <p:cNvSpPr txBox="1"/>
            <p:nvPr/>
          </p:nvSpPr>
          <p:spPr>
            <a:xfrm>
              <a:off x="2127225" y="2478061"/>
              <a:ext cx="1430302" cy="247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Our Solution &amp;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27225" y="2725139"/>
              <a:ext cx="1430302" cy="247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Core Features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323695" y="2698469"/>
            <a:ext cx="1429226" cy="494146"/>
            <a:chOff x="7316642" y="2354516"/>
            <a:chExt cx="1429226" cy="494146"/>
          </a:xfrm>
        </p:grpSpPr>
        <p:sp>
          <p:nvSpPr>
            <p:cNvPr id="21" name="TextBox 20"/>
            <p:cNvSpPr txBox="1"/>
            <p:nvPr/>
          </p:nvSpPr>
          <p:spPr>
            <a:xfrm>
              <a:off x="7316642" y="2354516"/>
              <a:ext cx="1429226" cy="247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Live Demon-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16642" y="2601594"/>
              <a:ext cx="1429226" cy="247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stration &amp; Q&amp;A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868011" y="2574939"/>
            <a:ext cx="1422082" cy="741197"/>
            <a:chOff x="3860958" y="2230986"/>
            <a:chExt cx="1422082" cy="741197"/>
          </a:xfrm>
        </p:grpSpPr>
        <p:sp>
          <p:nvSpPr>
            <p:cNvPr id="24" name="TextBox 23"/>
            <p:cNvSpPr txBox="1"/>
            <p:nvPr/>
          </p:nvSpPr>
          <p:spPr>
            <a:xfrm>
              <a:off x="3860958" y="2230986"/>
              <a:ext cx="1422082" cy="247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Technical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60958" y="2478064"/>
              <a:ext cx="1422082" cy="247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Architecture &amp;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860958" y="2725143"/>
              <a:ext cx="1422082" cy="24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AI Integration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10661" y="2574939"/>
            <a:ext cx="1418272" cy="741197"/>
            <a:chOff x="403608" y="2230986"/>
            <a:chExt cx="1418272" cy="741197"/>
          </a:xfrm>
        </p:grpSpPr>
        <p:sp>
          <p:nvSpPr>
            <p:cNvPr id="28" name="TextBox 27"/>
            <p:cNvSpPr txBox="1"/>
            <p:nvPr/>
          </p:nvSpPr>
          <p:spPr>
            <a:xfrm>
              <a:off x="403608" y="2230986"/>
              <a:ext cx="1418272" cy="247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Introduction &amp;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3608" y="2478064"/>
              <a:ext cx="1418272" cy="247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Problem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03608" y="2725143"/>
              <a:ext cx="1418272" cy="24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Statement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306920" y="715428"/>
            <a:ext cx="6544275" cy="800099"/>
            <a:chOff x="1299867" y="371475"/>
            <a:chExt cx="6544275" cy="800099"/>
          </a:xfrm>
        </p:grpSpPr>
        <p:sp>
          <p:nvSpPr>
            <p:cNvPr id="32" name="TextBox 31"/>
            <p:cNvSpPr txBox="1"/>
            <p:nvPr/>
          </p:nvSpPr>
          <p:spPr>
            <a:xfrm>
              <a:off x="1299867" y="371475"/>
              <a:ext cx="6544275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TaskFlow Presentation Timeline &amp;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99867" y="771524"/>
              <a:ext cx="654427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Roadmap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07602" y="4180983"/>
            <a:ext cx="824388" cy="2470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Slide 3-4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8061" y="4180983"/>
            <a:ext cx="942736" cy="2470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Slide 5-10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8567" y="4180983"/>
            <a:ext cx="1060961" cy="2470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Slide 11-13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8195" y="4180983"/>
            <a:ext cx="1060961" cy="2470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Slide 14-15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7823" y="4180983"/>
            <a:ext cx="1060961" cy="2470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Slide 16-18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798549" y="2574939"/>
            <a:ext cx="1040844" cy="741197"/>
            <a:chOff x="5791496" y="2230986"/>
            <a:chExt cx="1040844" cy="741197"/>
          </a:xfrm>
        </p:grpSpPr>
        <p:sp>
          <p:nvSpPr>
            <p:cNvPr id="40" name="TextBox 39"/>
            <p:cNvSpPr txBox="1"/>
            <p:nvPr/>
          </p:nvSpPr>
          <p:spPr>
            <a:xfrm>
              <a:off x="5791496" y="2230986"/>
              <a:ext cx="1040844" cy="247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Security &amp;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791496" y="2478064"/>
              <a:ext cx="1040844" cy="247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Future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91496" y="2725143"/>
              <a:ext cx="1040844" cy="24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Roadmap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31688" y="2867698"/>
            <a:ext cx="3234150" cy="339248"/>
          </a:xfrm>
          <a:custGeom>
            <a:avLst/>
            <a:gdLst/>
            <a:ahLst/>
            <a:cxnLst/>
            <a:rect l="0" t="0" r="0" b="0"/>
            <a:pathLst>
              <a:path w="3234150" h="339248">
                <a:moveTo>
                  <a:pt x="3234150" y="281503"/>
                </a:moveTo>
                <a:cubicBezTo>
                  <a:pt x="3234150" y="313395"/>
                  <a:pt x="3208297" y="339248"/>
                  <a:pt x="3176405" y="339248"/>
                </a:cubicBezTo>
                <a:cubicBezTo>
                  <a:pt x="3144513" y="339248"/>
                  <a:pt x="3118660" y="313395"/>
                  <a:pt x="3118660" y="281503"/>
                </a:cubicBezTo>
                <a:cubicBezTo>
                  <a:pt x="3118660" y="249611"/>
                  <a:pt x="3144513" y="223758"/>
                  <a:pt x="3176405" y="223758"/>
                </a:cubicBezTo>
                <a:cubicBezTo>
                  <a:pt x="3208297" y="223758"/>
                  <a:pt x="3234150" y="249611"/>
                  <a:pt x="3234150" y="281503"/>
                </a:cubicBezTo>
                <a:close/>
                <a:moveTo>
                  <a:pt x="115906" y="281503"/>
                </a:moveTo>
                <a:cubicBezTo>
                  <a:pt x="115906" y="313395"/>
                  <a:pt x="89960" y="339248"/>
                  <a:pt x="57953" y="339248"/>
                </a:cubicBezTo>
                <a:cubicBezTo>
                  <a:pt x="25946" y="339248"/>
                  <a:pt x="0" y="313395"/>
                  <a:pt x="0" y="281503"/>
                </a:cubicBezTo>
                <a:cubicBezTo>
                  <a:pt x="0" y="249611"/>
                  <a:pt x="25946" y="223758"/>
                  <a:pt x="57953" y="223758"/>
                </a:cubicBezTo>
                <a:cubicBezTo>
                  <a:pt x="89960" y="223758"/>
                  <a:pt x="115906" y="249611"/>
                  <a:pt x="115906" y="281503"/>
                </a:cubicBezTo>
                <a:close/>
                <a:moveTo>
                  <a:pt x="3176405" y="223758"/>
                </a:moveTo>
                <a:lnTo>
                  <a:pt x="3176405" y="0"/>
                </a:lnTo>
                <a:moveTo>
                  <a:pt x="58158" y="2401"/>
                </a:moveTo>
                <a:lnTo>
                  <a:pt x="58158" y="223758"/>
                </a:lnTo>
                <a:moveTo>
                  <a:pt x="3118803" y="281748"/>
                </a:moveTo>
                <a:lnTo>
                  <a:pt x="1780893" y="281748"/>
                </a:lnTo>
                <a:moveTo>
                  <a:pt x="1453670" y="281749"/>
                </a:moveTo>
                <a:lnTo>
                  <a:pt x="115904" y="281748"/>
                </a:lnTo>
              </a:path>
            </a:pathLst>
          </a:custGeom>
          <a:noFill/>
          <a:ln w="144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92771" y="2995219"/>
            <a:ext cx="912409" cy="1135656"/>
          </a:xfrm>
          <a:custGeom>
            <a:avLst/>
            <a:gdLst/>
            <a:ahLst/>
            <a:cxnLst/>
            <a:rect l="0" t="0" r="0" b="0"/>
            <a:pathLst>
              <a:path w="912409" h="1135656">
                <a:moveTo>
                  <a:pt x="456199" y="0"/>
                </a:moveTo>
                <a:cubicBezTo>
                  <a:pt x="384286" y="0"/>
                  <a:pt x="323888" y="49301"/>
                  <a:pt x="306952" y="115947"/>
                </a:cubicBezTo>
                <a:lnTo>
                  <a:pt x="5686" y="1098318"/>
                </a:lnTo>
                <a:cubicBezTo>
                  <a:pt x="0" y="1116882"/>
                  <a:pt x="13877" y="1135656"/>
                  <a:pt x="33289" y="1135656"/>
                </a:cubicBezTo>
                <a:lnTo>
                  <a:pt x="879109" y="1135656"/>
                </a:lnTo>
                <a:cubicBezTo>
                  <a:pt x="898521" y="1135656"/>
                  <a:pt x="912409" y="1116882"/>
                  <a:pt x="906713" y="1098318"/>
                </a:cubicBezTo>
                <a:lnTo>
                  <a:pt x="605475" y="116014"/>
                </a:lnTo>
                <a:cubicBezTo>
                  <a:pt x="588559" y="49329"/>
                  <a:pt x="528142" y="0"/>
                  <a:pt x="456199" y="0"/>
                </a:cubicBezTo>
                <a:moveTo>
                  <a:pt x="456199" y="221361"/>
                </a:moveTo>
                <a:cubicBezTo>
                  <a:pt x="418995" y="221361"/>
                  <a:pt x="388829" y="191195"/>
                  <a:pt x="388829" y="153990"/>
                </a:cubicBezTo>
                <a:cubicBezTo>
                  <a:pt x="388829" y="116776"/>
                  <a:pt x="418995" y="86620"/>
                  <a:pt x="456199" y="86620"/>
                </a:cubicBezTo>
                <a:cubicBezTo>
                  <a:pt x="493414" y="86620"/>
                  <a:pt x="523570" y="116776"/>
                  <a:pt x="523570" y="153990"/>
                </a:cubicBezTo>
                <a:cubicBezTo>
                  <a:pt x="523570" y="191195"/>
                  <a:pt x="493414" y="221361"/>
                  <a:pt x="456199" y="221361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92767" y="2995219"/>
            <a:ext cx="912408" cy="1135657"/>
          </a:xfrm>
          <a:custGeom>
            <a:avLst/>
            <a:gdLst/>
            <a:ahLst/>
            <a:cxnLst/>
            <a:rect l="0" t="0" r="0" b="0"/>
            <a:pathLst>
              <a:path w="912408" h="1135657">
                <a:moveTo>
                  <a:pt x="456204" y="0"/>
                </a:moveTo>
                <a:cubicBezTo>
                  <a:pt x="384289" y="0"/>
                  <a:pt x="323887" y="49299"/>
                  <a:pt x="306951" y="115945"/>
                </a:cubicBezTo>
                <a:lnTo>
                  <a:pt x="5692" y="1098319"/>
                </a:lnTo>
                <a:cubicBezTo>
                  <a:pt x="0" y="1116880"/>
                  <a:pt x="13881" y="1135657"/>
                  <a:pt x="33295" y="1135657"/>
                </a:cubicBezTo>
                <a:lnTo>
                  <a:pt x="879112" y="1135657"/>
                </a:lnTo>
                <a:cubicBezTo>
                  <a:pt x="898527" y="1135657"/>
                  <a:pt x="912408" y="1116880"/>
                  <a:pt x="906716" y="1098319"/>
                </a:cubicBezTo>
                <a:lnTo>
                  <a:pt x="605474" y="116013"/>
                </a:lnTo>
                <a:cubicBezTo>
                  <a:pt x="588563" y="49332"/>
                  <a:pt x="528145" y="0"/>
                  <a:pt x="456204" y="0"/>
                </a:cubicBezTo>
                <a:close/>
                <a:moveTo>
                  <a:pt x="456206" y="221357"/>
                </a:moveTo>
                <a:cubicBezTo>
                  <a:pt x="418999" y="221357"/>
                  <a:pt x="388836" y="191194"/>
                  <a:pt x="388836" y="153987"/>
                </a:cubicBezTo>
                <a:cubicBezTo>
                  <a:pt x="388836" y="116780"/>
                  <a:pt x="418999" y="86617"/>
                  <a:pt x="456206" y="86617"/>
                </a:cubicBezTo>
                <a:cubicBezTo>
                  <a:pt x="493413" y="86617"/>
                  <a:pt x="523575" y="116780"/>
                  <a:pt x="523575" y="153987"/>
                </a:cubicBezTo>
                <a:cubicBezTo>
                  <a:pt x="523575" y="191194"/>
                  <a:pt x="493413" y="221357"/>
                  <a:pt x="456206" y="221357"/>
                </a:cubicBezTo>
                <a:close/>
              </a:path>
            </a:pathLst>
          </a:custGeom>
          <a:noFill/>
          <a:ln w="144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0933" y="2514007"/>
            <a:ext cx="2194321" cy="346471"/>
          </a:xfrm>
          <a:custGeom>
            <a:avLst/>
            <a:gdLst/>
            <a:ahLst/>
            <a:cxnLst/>
            <a:rect l="0" t="0" r="0" b="0"/>
            <a:pathLst>
              <a:path w="2194321" h="346471">
                <a:moveTo>
                  <a:pt x="10401" y="55140"/>
                </a:moveTo>
                <a:cubicBezTo>
                  <a:pt x="3257" y="47196"/>
                  <a:pt x="0" y="36823"/>
                  <a:pt x="0" y="26136"/>
                </a:cubicBezTo>
                <a:cubicBezTo>
                  <a:pt x="0" y="11696"/>
                  <a:pt x="11696" y="0"/>
                  <a:pt x="26136" y="0"/>
                </a:cubicBezTo>
                <a:lnTo>
                  <a:pt x="2168185" y="0"/>
                </a:lnTo>
                <a:cubicBezTo>
                  <a:pt x="2182625" y="0"/>
                  <a:pt x="2194321" y="11696"/>
                  <a:pt x="2194321" y="26136"/>
                </a:cubicBezTo>
                <a:cubicBezTo>
                  <a:pt x="2194321" y="36823"/>
                  <a:pt x="2191064" y="47196"/>
                  <a:pt x="2183920" y="55140"/>
                </a:cubicBezTo>
                <a:cubicBezTo>
                  <a:pt x="2132256" y="112518"/>
                  <a:pt x="1874005" y="346471"/>
                  <a:pt x="1097156" y="346471"/>
                </a:cubicBezTo>
                <a:cubicBezTo>
                  <a:pt x="320316" y="346471"/>
                  <a:pt x="62064" y="112518"/>
                  <a:pt x="10401" y="55140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0933" y="2514007"/>
            <a:ext cx="2194321" cy="346471"/>
          </a:xfrm>
          <a:custGeom>
            <a:avLst/>
            <a:gdLst/>
            <a:ahLst/>
            <a:cxnLst/>
            <a:rect l="0" t="0" r="0" b="0"/>
            <a:pathLst>
              <a:path w="2194321" h="346471">
                <a:moveTo>
                  <a:pt x="10405" y="55140"/>
                </a:moveTo>
                <a:cubicBezTo>
                  <a:pt x="3256" y="47200"/>
                  <a:pt x="0" y="36821"/>
                  <a:pt x="0" y="26136"/>
                </a:cubicBezTo>
                <a:cubicBezTo>
                  <a:pt x="0" y="11701"/>
                  <a:pt x="11701" y="0"/>
                  <a:pt x="26136" y="0"/>
                </a:cubicBezTo>
                <a:lnTo>
                  <a:pt x="2168185" y="0"/>
                </a:lnTo>
                <a:cubicBezTo>
                  <a:pt x="2182620" y="0"/>
                  <a:pt x="2194321" y="11701"/>
                  <a:pt x="2194321" y="26136"/>
                </a:cubicBezTo>
                <a:cubicBezTo>
                  <a:pt x="2194321" y="36821"/>
                  <a:pt x="2191065" y="47200"/>
                  <a:pt x="2183915" y="55140"/>
                </a:cubicBezTo>
                <a:cubicBezTo>
                  <a:pt x="2132257" y="112522"/>
                  <a:pt x="1874002" y="346471"/>
                  <a:pt x="1097160" y="346471"/>
                </a:cubicBezTo>
                <a:cubicBezTo>
                  <a:pt x="320319" y="346471"/>
                  <a:pt x="62064" y="112522"/>
                  <a:pt x="10405" y="55140"/>
                </a:cubicBezTo>
                <a:close/>
              </a:path>
            </a:pathLst>
          </a:custGeom>
          <a:noFill/>
          <a:ln w="144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92686" y="2514007"/>
            <a:ext cx="2194321" cy="346471"/>
          </a:xfrm>
          <a:custGeom>
            <a:avLst/>
            <a:gdLst/>
            <a:ahLst/>
            <a:cxnLst/>
            <a:rect l="0" t="0" r="0" b="0"/>
            <a:pathLst>
              <a:path w="2194321" h="346471">
                <a:moveTo>
                  <a:pt x="10401" y="55140"/>
                </a:moveTo>
                <a:cubicBezTo>
                  <a:pt x="3257" y="47196"/>
                  <a:pt x="0" y="36823"/>
                  <a:pt x="0" y="26136"/>
                </a:cubicBezTo>
                <a:cubicBezTo>
                  <a:pt x="0" y="11696"/>
                  <a:pt x="11696" y="0"/>
                  <a:pt x="26136" y="0"/>
                </a:cubicBezTo>
                <a:lnTo>
                  <a:pt x="2168185" y="0"/>
                </a:lnTo>
                <a:cubicBezTo>
                  <a:pt x="2182625" y="0"/>
                  <a:pt x="2194321" y="11696"/>
                  <a:pt x="2194321" y="26136"/>
                </a:cubicBezTo>
                <a:cubicBezTo>
                  <a:pt x="2194321" y="36823"/>
                  <a:pt x="2191064" y="47196"/>
                  <a:pt x="2183920" y="55140"/>
                </a:cubicBezTo>
                <a:cubicBezTo>
                  <a:pt x="2132256" y="112518"/>
                  <a:pt x="1874005" y="346471"/>
                  <a:pt x="1097156" y="346471"/>
                </a:cubicBezTo>
                <a:cubicBezTo>
                  <a:pt x="320316" y="346471"/>
                  <a:pt x="62064" y="112518"/>
                  <a:pt x="10401" y="55140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92686" y="2514007"/>
            <a:ext cx="2194321" cy="346471"/>
          </a:xfrm>
          <a:custGeom>
            <a:avLst/>
            <a:gdLst/>
            <a:ahLst/>
            <a:cxnLst/>
            <a:rect l="0" t="0" r="0" b="0"/>
            <a:pathLst>
              <a:path w="2194321" h="346471">
                <a:moveTo>
                  <a:pt x="10405" y="55140"/>
                </a:moveTo>
                <a:cubicBezTo>
                  <a:pt x="3256" y="47200"/>
                  <a:pt x="0" y="36821"/>
                  <a:pt x="0" y="26136"/>
                </a:cubicBezTo>
                <a:cubicBezTo>
                  <a:pt x="0" y="11701"/>
                  <a:pt x="11701" y="0"/>
                  <a:pt x="26136" y="0"/>
                </a:cubicBezTo>
                <a:lnTo>
                  <a:pt x="2168185" y="0"/>
                </a:lnTo>
                <a:cubicBezTo>
                  <a:pt x="2182620" y="0"/>
                  <a:pt x="2194321" y="11701"/>
                  <a:pt x="2194321" y="26136"/>
                </a:cubicBezTo>
                <a:cubicBezTo>
                  <a:pt x="2194321" y="36821"/>
                  <a:pt x="2191065" y="47200"/>
                  <a:pt x="2183915" y="55140"/>
                </a:cubicBezTo>
                <a:cubicBezTo>
                  <a:pt x="2132257" y="112522"/>
                  <a:pt x="1874002" y="346471"/>
                  <a:pt x="1097160" y="346471"/>
                </a:cubicBezTo>
                <a:cubicBezTo>
                  <a:pt x="320319" y="346471"/>
                  <a:pt x="62064" y="112522"/>
                  <a:pt x="10405" y="55140"/>
                </a:cubicBezTo>
                <a:close/>
              </a:path>
            </a:pathLst>
          </a:custGeom>
          <a:noFill/>
          <a:ln w="144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78303" y="964508"/>
            <a:ext cx="442714" cy="442617"/>
          </a:xfrm>
          <a:custGeom>
            <a:avLst/>
            <a:gdLst/>
            <a:ahLst/>
            <a:cxnLst/>
            <a:rect l="0" t="0" r="0" b="0"/>
            <a:pathLst>
              <a:path w="442714" h="442617">
                <a:moveTo>
                  <a:pt x="180454" y="48121"/>
                </a:moveTo>
                <a:cubicBezTo>
                  <a:pt x="180454" y="74697"/>
                  <a:pt x="201998" y="96242"/>
                  <a:pt x="228575" y="96242"/>
                </a:cubicBezTo>
                <a:cubicBezTo>
                  <a:pt x="255151" y="96242"/>
                  <a:pt x="276696" y="74697"/>
                  <a:pt x="276696" y="48121"/>
                </a:cubicBezTo>
                <a:cubicBezTo>
                  <a:pt x="276696" y="21544"/>
                  <a:pt x="255151" y="0"/>
                  <a:pt x="228575" y="0"/>
                </a:cubicBezTo>
                <a:cubicBezTo>
                  <a:pt x="201998" y="0"/>
                  <a:pt x="180454" y="21544"/>
                  <a:pt x="180454" y="48121"/>
                </a:cubicBezTo>
                <a:moveTo>
                  <a:pt x="386277" y="61787"/>
                </a:moveTo>
                <a:cubicBezTo>
                  <a:pt x="380971" y="58240"/>
                  <a:pt x="374471" y="56951"/>
                  <a:pt x="368212" y="58204"/>
                </a:cubicBezTo>
                <a:cubicBezTo>
                  <a:pt x="361954" y="59458"/>
                  <a:pt x="356451" y="63150"/>
                  <a:pt x="352920" y="68466"/>
                </a:cubicBezTo>
                <a:lnTo>
                  <a:pt x="342506" y="84077"/>
                </a:lnTo>
                <a:cubicBezTo>
                  <a:pt x="327520" y="106521"/>
                  <a:pt x="305050" y="122913"/>
                  <a:pt x="279102" y="130331"/>
                </a:cubicBezTo>
                <a:lnTo>
                  <a:pt x="263703" y="134739"/>
                </a:lnTo>
                <a:lnTo>
                  <a:pt x="193985" y="134739"/>
                </a:lnTo>
                <a:lnTo>
                  <a:pt x="184785" y="131678"/>
                </a:lnTo>
                <a:cubicBezTo>
                  <a:pt x="160819" y="123664"/>
                  <a:pt x="140195" y="107915"/>
                  <a:pt x="126154" y="86906"/>
                </a:cubicBezTo>
                <a:lnTo>
                  <a:pt x="113854" y="68466"/>
                </a:lnTo>
                <a:cubicBezTo>
                  <a:pt x="109171" y="61118"/>
                  <a:pt x="100882" y="56876"/>
                  <a:pt x="92184" y="57376"/>
                </a:cubicBezTo>
                <a:cubicBezTo>
                  <a:pt x="83485" y="57875"/>
                  <a:pt x="75736" y="63039"/>
                  <a:pt x="71925" y="70875"/>
                </a:cubicBezTo>
                <a:cubicBezTo>
                  <a:pt x="68115" y="78710"/>
                  <a:pt x="68839" y="87994"/>
                  <a:pt x="73817" y="95145"/>
                </a:cubicBezTo>
                <a:lnTo>
                  <a:pt x="86117" y="113585"/>
                </a:lnTo>
                <a:cubicBezTo>
                  <a:pt x="106109" y="143480"/>
                  <a:pt x="135457" y="165895"/>
                  <a:pt x="169559" y="177316"/>
                </a:cubicBezTo>
                <a:lnTo>
                  <a:pt x="182455" y="181628"/>
                </a:lnTo>
                <a:cubicBezTo>
                  <a:pt x="183091" y="181820"/>
                  <a:pt x="183764" y="181782"/>
                  <a:pt x="184380" y="181936"/>
                </a:cubicBezTo>
                <a:lnTo>
                  <a:pt x="175661" y="417691"/>
                </a:lnTo>
                <a:cubicBezTo>
                  <a:pt x="175173" y="430946"/>
                  <a:pt x="185505" y="442096"/>
                  <a:pt x="198759" y="442617"/>
                </a:cubicBezTo>
                <a:lnTo>
                  <a:pt x="199664" y="442617"/>
                </a:lnTo>
                <a:cubicBezTo>
                  <a:pt x="212574" y="442617"/>
                  <a:pt x="223179" y="432420"/>
                  <a:pt x="223686" y="419519"/>
                </a:cubicBezTo>
                <a:lnTo>
                  <a:pt x="228594" y="287148"/>
                </a:lnTo>
                <a:lnTo>
                  <a:pt x="243665" y="347472"/>
                </a:lnTo>
                <a:cubicBezTo>
                  <a:pt x="246347" y="358176"/>
                  <a:pt x="255960" y="365687"/>
                  <a:pt x="266995" y="365701"/>
                </a:cubicBezTo>
                <a:cubicBezTo>
                  <a:pt x="268941" y="365694"/>
                  <a:pt x="270879" y="365455"/>
                  <a:pt x="272769" y="364988"/>
                </a:cubicBezTo>
                <a:cubicBezTo>
                  <a:pt x="285659" y="361761"/>
                  <a:pt x="293498" y="348701"/>
                  <a:pt x="290285" y="335808"/>
                </a:cubicBezTo>
                <a:lnTo>
                  <a:pt x="271884" y="261778"/>
                </a:lnTo>
                <a:lnTo>
                  <a:pt x="271884" y="182186"/>
                </a:lnTo>
                <a:cubicBezTo>
                  <a:pt x="272480" y="182070"/>
                  <a:pt x="273096" y="182186"/>
                  <a:pt x="273674" y="181936"/>
                </a:cubicBezTo>
                <a:lnTo>
                  <a:pt x="292383" y="176604"/>
                </a:lnTo>
                <a:cubicBezTo>
                  <a:pt x="329282" y="166027"/>
                  <a:pt x="361231" y="142700"/>
                  <a:pt x="382543" y="110774"/>
                </a:cubicBezTo>
                <a:lnTo>
                  <a:pt x="392956" y="95145"/>
                </a:lnTo>
                <a:cubicBezTo>
                  <a:pt x="396498" y="89836"/>
                  <a:pt x="397784" y="83338"/>
                  <a:pt x="396531" y="77081"/>
                </a:cubicBezTo>
                <a:cubicBezTo>
                  <a:pt x="395278" y="70824"/>
                  <a:pt x="391589" y="65322"/>
                  <a:pt x="386277" y="61787"/>
                </a:cubicBezTo>
                <a:close/>
                <a:moveTo>
                  <a:pt x="0" y="153987"/>
                </a:moveTo>
                <a:cubicBezTo>
                  <a:pt x="48121" y="134739"/>
                  <a:pt x="67369" y="192484"/>
                  <a:pt x="134739" y="230981"/>
                </a:cubicBezTo>
                <a:cubicBezTo>
                  <a:pt x="202108" y="269478"/>
                  <a:pt x="288726" y="240605"/>
                  <a:pt x="307974" y="221357"/>
                </a:cubicBezTo>
                <a:moveTo>
                  <a:pt x="442714" y="144363"/>
                </a:moveTo>
                <a:cubicBezTo>
                  <a:pt x="394592" y="153987"/>
                  <a:pt x="383987" y="166575"/>
                  <a:pt x="365720" y="221357"/>
                </a:cubicBezTo>
                <a:cubicBezTo>
                  <a:pt x="359054" y="239150"/>
                  <a:pt x="345016" y="253188"/>
                  <a:pt x="327223" y="259853"/>
                </a:cubicBezTo>
              </a:path>
            </a:pathLst>
          </a:custGeom>
          <a:noFill/>
          <a:ln w="144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4868" y="1087217"/>
            <a:ext cx="433089" cy="428277"/>
          </a:xfrm>
          <a:custGeom>
            <a:avLst/>
            <a:gdLst/>
            <a:ahLst/>
            <a:cxnLst/>
            <a:rect l="0" t="0" r="0" b="0"/>
            <a:pathLst>
              <a:path w="433089" h="428277">
                <a:moveTo>
                  <a:pt x="216544" y="57745"/>
                </a:moveTo>
                <a:lnTo>
                  <a:pt x="216544" y="105866"/>
                </a:lnTo>
                <a:moveTo>
                  <a:pt x="187672" y="28872"/>
                </a:moveTo>
                <a:cubicBezTo>
                  <a:pt x="187672" y="44818"/>
                  <a:pt x="200598" y="57745"/>
                  <a:pt x="216544" y="57745"/>
                </a:cubicBezTo>
                <a:cubicBezTo>
                  <a:pt x="232490" y="57745"/>
                  <a:pt x="245417" y="44818"/>
                  <a:pt x="245417" y="28872"/>
                </a:cubicBezTo>
                <a:cubicBezTo>
                  <a:pt x="245417" y="12926"/>
                  <a:pt x="232490" y="0"/>
                  <a:pt x="216544" y="0"/>
                </a:cubicBezTo>
                <a:cubicBezTo>
                  <a:pt x="200598" y="0"/>
                  <a:pt x="187672" y="12926"/>
                  <a:pt x="187672" y="28872"/>
                </a:cubicBezTo>
                <a:moveTo>
                  <a:pt x="375344" y="221357"/>
                </a:moveTo>
                <a:lnTo>
                  <a:pt x="332035" y="221357"/>
                </a:lnTo>
                <a:moveTo>
                  <a:pt x="375344" y="221357"/>
                </a:moveTo>
                <a:cubicBezTo>
                  <a:pt x="375344" y="237302"/>
                  <a:pt x="388271" y="250229"/>
                  <a:pt x="404217" y="250229"/>
                </a:cubicBezTo>
                <a:cubicBezTo>
                  <a:pt x="420163" y="250229"/>
                  <a:pt x="433089" y="237302"/>
                  <a:pt x="433089" y="221357"/>
                </a:cubicBezTo>
                <a:cubicBezTo>
                  <a:pt x="433089" y="205411"/>
                  <a:pt x="420163" y="192484"/>
                  <a:pt x="404217" y="192484"/>
                </a:cubicBezTo>
                <a:cubicBezTo>
                  <a:pt x="388271" y="192484"/>
                  <a:pt x="375344" y="205411"/>
                  <a:pt x="375344" y="221357"/>
                </a:cubicBezTo>
                <a:moveTo>
                  <a:pt x="331554" y="106867"/>
                </a:moveTo>
                <a:lnTo>
                  <a:pt x="297542" y="140898"/>
                </a:lnTo>
                <a:moveTo>
                  <a:pt x="323104" y="86463"/>
                </a:moveTo>
                <a:cubicBezTo>
                  <a:pt x="323104" y="102409"/>
                  <a:pt x="336030" y="115336"/>
                  <a:pt x="351976" y="115336"/>
                </a:cubicBezTo>
                <a:cubicBezTo>
                  <a:pt x="367922" y="115336"/>
                  <a:pt x="380849" y="102409"/>
                  <a:pt x="380849" y="86463"/>
                </a:cubicBezTo>
                <a:cubicBezTo>
                  <a:pt x="380849" y="70518"/>
                  <a:pt x="367922" y="57591"/>
                  <a:pt x="351976" y="57591"/>
                </a:cubicBezTo>
                <a:cubicBezTo>
                  <a:pt x="336030" y="57591"/>
                  <a:pt x="323104" y="70518"/>
                  <a:pt x="323104" y="86463"/>
                </a:cubicBezTo>
                <a:moveTo>
                  <a:pt x="57745" y="221357"/>
                </a:moveTo>
                <a:lnTo>
                  <a:pt x="101054" y="221357"/>
                </a:lnTo>
                <a:moveTo>
                  <a:pt x="0" y="221357"/>
                </a:moveTo>
                <a:cubicBezTo>
                  <a:pt x="0" y="237302"/>
                  <a:pt x="12926" y="250229"/>
                  <a:pt x="28872" y="250229"/>
                </a:cubicBezTo>
                <a:cubicBezTo>
                  <a:pt x="44818" y="250229"/>
                  <a:pt x="57745" y="237302"/>
                  <a:pt x="57745" y="221357"/>
                </a:cubicBezTo>
                <a:cubicBezTo>
                  <a:pt x="57745" y="205411"/>
                  <a:pt x="44818" y="192484"/>
                  <a:pt x="28872" y="192484"/>
                </a:cubicBezTo>
                <a:cubicBezTo>
                  <a:pt x="12926" y="192484"/>
                  <a:pt x="0" y="205411"/>
                  <a:pt x="0" y="221357"/>
                </a:cubicBezTo>
                <a:moveTo>
                  <a:pt x="101535" y="106867"/>
                </a:moveTo>
                <a:lnTo>
                  <a:pt x="135547" y="140898"/>
                </a:lnTo>
                <a:moveTo>
                  <a:pt x="52240" y="86463"/>
                </a:moveTo>
                <a:cubicBezTo>
                  <a:pt x="52240" y="102409"/>
                  <a:pt x="65166" y="115336"/>
                  <a:pt x="81112" y="115336"/>
                </a:cubicBezTo>
                <a:cubicBezTo>
                  <a:pt x="97058" y="115336"/>
                  <a:pt x="109985" y="102409"/>
                  <a:pt x="109985" y="86463"/>
                </a:cubicBezTo>
                <a:cubicBezTo>
                  <a:pt x="109985" y="70518"/>
                  <a:pt x="97058" y="57591"/>
                  <a:pt x="81112" y="57591"/>
                </a:cubicBezTo>
                <a:cubicBezTo>
                  <a:pt x="65166" y="57591"/>
                  <a:pt x="52240" y="70518"/>
                  <a:pt x="52240" y="86463"/>
                </a:cubicBezTo>
                <a:moveTo>
                  <a:pt x="328185" y="428277"/>
                </a:moveTo>
                <a:cubicBezTo>
                  <a:pt x="304627" y="389426"/>
                  <a:pt x="262490" y="365698"/>
                  <a:pt x="217054" y="365698"/>
                </a:cubicBezTo>
                <a:cubicBezTo>
                  <a:pt x="171619" y="365698"/>
                  <a:pt x="129482" y="389426"/>
                  <a:pt x="105924" y="428277"/>
                </a:cubicBezTo>
                <a:moveTo>
                  <a:pt x="310554" y="336847"/>
                </a:moveTo>
                <a:cubicBezTo>
                  <a:pt x="300234" y="319925"/>
                  <a:pt x="295089" y="300355"/>
                  <a:pt x="295752" y="280545"/>
                </a:cubicBezTo>
                <a:lnTo>
                  <a:pt x="295752" y="257447"/>
                </a:lnTo>
                <a:cubicBezTo>
                  <a:pt x="295752" y="213702"/>
                  <a:pt x="260289" y="178240"/>
                  <a:pt x="216544" y="178240"/>
                </a:cubicBezTo>
                <a:cubicBezTo>
                  <a:pt x="172799" y="178240"/>
                  <a:pt x="137337" y="213702"/>
                  <a:pt x="137337" y="257447"/>
                </a:cubicBezTo>
                <a:lnTo>
                  <a:pt x="137337" y="280545"/>
                </a:lnTo>
                <a:cubicBezTo>
                  <a:pt x="138000" y="300355"/>
                  <a:pt x="132854" y="319925"/>
                  <a:pt x="122535" y="336847"/>
                </a:cubicBezTo>
                <a:moveTo>
                  <a:pt x="137337" y="270594"/>
                </a:moveTo>
                <a:cubicBezTo>
                  <a:pt x="167758" y="270549"/>
                  <a:pt x="196660" y="257295"/>
                  <a:pt x="216544" y="234272"/>
                </a:cubicBezTo>
                <a:cubicBezTo>
                  <a:pt x="236429" y="257295"/>
                  <a:pt x="265331" y="270549"/>
                  <a:pt x="295752" y="270594"/>
                </a:cubicBezTo>
                <a:moveTo>
                  <a:pt x="146730" y="270171"/>
                </a:moveTo>
                <a:cubicBezTo>
                  <a:pt x="148482" y="307454"/>
                  <a:pt x="179220" y="336782"/>
                  <a:pt x="216544" y="336782"/>
                </a:cubicBezTo>
                <a:cubicBezTo>
                  <a:pt x="253869" y="336782"/>
                  <a:pt x="284607" y="307454"/>
                  <a:pt x="286358" y="270171"/>
                </a:cubicBezTo>
              </a:path>
            </a:pathLst>
          </a:custGeom>
          <a:noFill/>
          <a:ln w="144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7165181" y="954884"/>
            <a:ext cx="1189434" cy="461961"/>
            <a:chOff x="7116960" y="954881"/>
            <a:chExt cx="1189434" cy="461961"/>
          </a:xfrm>
        </p:grpSpPr>
        <p:sp>
          <p:nvSpPr>
            <p:cNvPr id="11" name="TextBox 10"/>
            <p:cNvSpPr txBox="1"/>
            <p:nvPr/>
          </p:nvSpPr>
          <p:spPr>
            <a:xfrm>
              <a:off x="7116960" y="954881"/>
              <a:ext cx="1189434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Clear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16960" y="1185862"/>
              <a:ext cx="1189434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Performance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046935" y="1185865"/>
            <a:ext cx="1016317" cy="2309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Funnel Display Regular"/>
              </a:rPr>
              <a:t>Poor Focus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38746" y="685826"/>
            <a:ext cx="2447925" cy="1600199"/>
            <a:chOff x="390525" y="685823"/>
            <a:chExt cx="2447925" cy="1600199"/>
          </a:xfrm>
        </p:grpSpPr>
        <p:sp>
          <p:nvSpPr>
            <p:cNvPr id="15" name="TextBox 14"/>
            <p:cNvSpPr txBox="1"/>
            <p:nvPr/>
          </p:nvSpPr>
          <p:spPr>
            <a:xfrm>
              <a:off x="390525" y="685823"/>
              <a:ext cx="2447925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The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0525" y="1085872"/>
              <a:ext cx="24479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Problem: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0525" y="1485922"/>
              <a:ext cx="24479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Fragmented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0525" y="1885972"/>
              <a:ext cx="24479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Workflows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3460056" y="1772942"/>
            <a:ext cx="442714" cy="442714"/>
          </a:xfrm>
          <a:custGeom>
            <a:avLst/>
            <a:gdLst/>
            <a:ahLst/>
            <a:cxnLst/>
            <a:rect l="0" t="0" r="0" b="0"/>
            <a:pathLst>
              <a:path w="442714" h="442714">
                <a:moveTo>
                  <a:pt x="0" y="221357"/>
                </a:moveTo>
                <a:cubicBezTo>
                  <a:pt x="0" y="343609"/>
                  <a:pt x="99104" y="442714"/>
                  <a:pt x="221357" y="442714"/>
                </a:cubicBezTo>
                <a:cubicBezTo>
                  <a:pt x="343609" y="442714"/>
                  <a:pt x="442714" y="343609"/>
                  <a:pt x="442714" y="221357"/>
                </a:cubicBezTo>
                <a:cubicBezTo>
                  <a:pt x="442714" y="99104"/>
                  <a:pt x="343609" y="0"/>
                  <a:pt x="221357" y="0"/>
                </a:cubicBezTo>
                <a:cubicBezTo>
                  <a:pt x="99104" y="0"/>
                  <a:pt x="0" y="99104"/>
                  <a:pt x="0" y="221357"/>
                </a:cubicBezTo>
                <a:moveTo>
                  <a:pt x="221357" y="221357"/>
                </a:moveTo>
                <a:lnTo>
                  <a:pt x="105866" y="221357"/>
                </a:lnTo>
                <a:moveTo>
                  <a:pt x="279102" y="321371"/>
                </a:moveTo>
                <a:lnTo>
                  <a:pt x="221357" y="221357"/>
                </a:lnTo>
                <a:moveTo>
                  <a:pt x="48121" y="221357"/>
                </a:moveTo>
                <a:lnTo>
                  <a:pt x="0" y="221357"/>
                </a:lnTo>
                <a:moveTo>
                  <a:pt x="71238" y="134893"/>
                </a:moveTo>
                <a:lnTo>
                  <a:pt x="29546" y="110871"/>
                </a:lnTo>
                <a:moveTo>
                  <a:pt x="134431" y="71507"/>
                </a:moveTo>
                <a:lnTo>
                  <a:pt x="110274" y="29892"/>
                </a:lnTo>
                <a:moveTo>
                  <a:pt x="442714" y="221357"/>
                </a:moveTo>
                <a:lnTo>
                  <a:pt x="394592" y="221357"/>
                </a:lnTo>
                <a:moveTo>
                  <a:pt x="413167" y="110871"/>
                </a:moveTo>
                <a:lnTo>
                  <a:pt x="371475" y="134893"/>
                </a:lnTo>
                <a:moveTo>
                  <a:pt x="332439" y="29892"/>
                </a:moveTo>
                <a:lnTo>
                  <a:pt x="308282" y="71507"/>
                </a:lnTo>
                <a:moveTo>
                  <a:pt x="331843" y="413167"/>
                </a:moveTo>
                <a:lnTo>
                  <a:pt x="307821" y="371475"/>
                </a:lnTo>
                <a:moveTo>
                  <a:pt x="412821" y="332439"/>
                </a:moveTo>
                <a:lnTo>
                  <a:pt x="371206" y="308282"/>
                </a:lnTo>
                <a:moveTo>
                  <a:pt x="221568" y="0"/>
                </a:moveTo>
                <a:lnTo>
                  <a:pt x="221511" y="48121"/>
                </a:lnTo>
              </a:path>
            </a:pathLst>
          </a:custGeom>
          <a:noFill/>
          <a:ln w="144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78303" y="1780526"/>
            <a:ext cx="442714" cy="427546"/>
          </a:xfrm>
          <a:custGeom>
            <a:avLst/>
            <a:gdLst/>
            <a:ahLst/>
            <a:cxnLst/>
            <a:rect l="0" t="0" r="0" b="0"/>
            <a:pathLst>
              <a:path w="442714" h="427546">
                <a:moveTo>
                  <a:pt x="442714" y="38862"/>
                </a:moveTo>
                <a:cubicBezTo>
                  <a:pt x="365219" y="37014"/>
                  <a:pt x="180088" y="46311"/>
                  <a:pt x="180088" y="115606"/>
                </a:cubicBezTo>
                <a:cubicBezTo>
                  <a:pt x="180088" y="184900"/>
                  <a:pt x="442714" y="177797"/>
                  <a:pt x="442714" y="281797"/>
                </a:cubicBezTo>
                <a:cubicBezTo>
                  <a:pt x="442714" y="385796"/>
                  <a:pt x="286974" y="427546"/>
                  <a:pt x="218950" y="427546"/>
                </a:cubicBezTo>
                <a:moveTo>
                  <a:pt x="248304" y="0"/>
                </a:moveTo>
                <a:cubicBezTo>
                  <a:pt x="209442" y="0"/>
                  <a:pt x="15090" y="25985"/>
                  <a:pt x="15090" y="106886"/>
                </a:cubicBezTo>
                <a:cubicBezTo>
                  <a:pt x="15090" y="199279"/>
                  <a:pt x="228883" y="189154"/>
                  <a:pt x="228883" y="281797"/>
                </a:cubicBezTo>
                <a:cubicBezTo>
                  <a:pt x="228883" y="346394"/>
                  <a:pt x="83114" y="359541"/>
                  <a:pt x="15090" y="359541"/>
                </a:cubicBezTo>
                <a:moveTo>
                  <a:pt x="235851" y="113277"/>
                </a:moveTo>
                <a:cubicBezTo>
                  <a:pt x="241063" y="104273"/>
                  <a:pt x="250682" y="98733"/>
                  <a:pt x="261085" y="98744"/>
                </a:cubicBezTo>
                <a:cubicBezTo>
                  <a:pt x="265718" y="98771"/>
                  <a:pt x="270275" y="99920"/>
                  <a:pt x="274367" y="102093"/>
                </a:cubicBezTo>
                <a:cubicBezTo>
                  <a:pt x="280532" y="88398"/>
                  <a:pt x="294069" y="79512"/>
                  <a:pt x="309086" y="79302"/>
                </a:cubicBezTo>
                <a:cubicBezTo>
                  <a:pt x="324104" y="79091"/>
                  <a:pt x="337884" y="87595"/>
                  <a:pt x="344431" y="101112"/>
                </a:cubicBezTo>
                <a:cubicBezTo>
                  <a:pt x="351824" y="90868"/>
                  <a:pt x="364981" y="86564"/>
                  <a:pt x="376999" y="90458"/>
                </a:cubicBezTo>
                <a:cubicBezTo>
                  <a:pt x="389017" y="94351"/>
                  <a:pt x="397151" y="105552"/>
                  <a:pt x="397133" y="118185"/>
                </a:cubicBezTo>
                <a:moveTo>
                  <a:pt x="72759" y="293634"/>
                </a:moveTo>
                <a:cubicBezTo>
                  <a:pt x="77338" y="292904"/>
                  <a:pt x="82025" y="293287"/>
                  <a:pt x="86425" y="294751"/>
                </a:cubicBezTo>
                <a:cubicBezTo>
                  <a:pt x="90269" y="280237"/>
                  <a:pt x="102167" y="269261"/>
                  <a:pt x="116943" y="266596"/>
                </a:cubicBezTo>
                <a:cubicBezTo>
                  <a:pt x="131718" y="263932"/>
                  <a:pt x="146701" y="270060"/>
                  <a:pt x="155373" y="282316"/>
                </a:cubicBezTo>
                <a:cubicBezTo>
                  <a:pt x="159495" y="273967"/>
                  <a:pt x="167368" y="268099"/>
                  <a:pt x="176546" y="266533"/>
                </a:cubicBezTo>
                <a:moveTo>
                  <a:pt x="124614" y="265974"/>
                </a:moveTo>
                <a:cubicBezTo>
                  <a:pt x="120874" y="247140"/>
                  <a:pt x="105710" y="232682"/>
                  <a:pt x="86718" y="229846"/>
                </a:cubicBezTo>
                <a:cubicBezTo>
                  <a:pt x="67726" y="227011"/>
                  <a:pt x="48999" y="236407"/>
                  <a:pt x="39921" y="253328"/>
                </a:cubicBezTo>
                <a:cubicBezTo>
                  <a:pt x="32024" y="238615"/>
                  <a:pt x="16698" y="229415"/>
                  <a:pt x="0" y="229364"/>
                </a:cubicBezTo>
                <a:moveTo>
                  <a:pt x="320159" y="153236"/>
                </a:moveTo>
                <a:cubicBezTo>
                  <a:pt x="333027" y="147176"/>
                  <a:pt x="348182" y="148654"/>
                  <a:pt x="359637" y="157086"/>
                </a:cubicBezTo>
                <a:cubicBezTo>
                  <a:pt x="360429" y="140764"/>
                  <a:pt x="371381" y="126696"/>
                  <a:pt x="387009" y="121923"/>
                </a:cubicBezTo>
                <a:cubicBezTo>
                  <a:pt x="402638" y="117151"/>
                  <a:pt x="419581" y="122702"/>
                  <a:pt x="429355" y="135797"/>
                </a:cubicBezTo>
                <a:cubicBezTo>
                  <a:pt x="431803" y="133163"/>
                  <a:pt x="434721" y="131008"/>
                  <a:pt x="437959" y="129445"/>
                </a:cubicBezTo>
              </a:path>
            </a:pathLst>
          </a:custGeom>
          <a:noFill/>
          <a:ln w="144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Group 23"/>
          <p:cNvGrpSpPr/>
          <p:nvPr/>
        </p:nvGrpSpPr>
        <p:grpSpPr>
          <a:xfrm>
            <a:off x="4046935" y="1763318"/>
            <a:ext cx="1093231" cy="461961"/>
            <a:chOff x="3998714" y="1763315"/>
            <a:chExt cx="1093231" cy="461961"/>
          </a:xfrm>
        </p:grpSpPr>
        <p:sp>
          <p:nvSpPr>
            <p:cNvPr id="22" name="TextBox 21"/>
            <p:cNvSpPr txBox="1"/>
            <p:nvPr/>
          </p:nvSpPr>
          <p:spPr>
            <a:xfrm>
              <a:off x="3998714" y="1763315"/>
              <a:ext cx="1093231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Lost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98714" y="1994296"/>
              <a:ext cx="1093231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Productivity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165181" y="1763318"/>
            <a:ext cx="1152648" cy="461961"/>
            <a:chOff x="7116960" y="1763315"/>
            <a:chExt cx="1152648" cy="461961"/>
          </a:xfrm>
        </p:grpSpPr>
        <p:sp>
          <p:nvSpPr>
            <p:cNvPr id="25" name="TextBox 24"/>
            <p:cNvSpPr txBox="1"/>
            <p:nvPr/>
          </p:nvSpPr>
          <p:spPr>
            <a:xfrm>
              <a:off x="7116960" y="1763315"/>
              <a:ext cx="1152648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Streamlined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116960" y="1994296"/>
              <a:ext cx="1152648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Workflow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38745" y="2457476"/>
            <a:ext cx="2098119" cy="685800"/>
            <a:chOff x="390524" y="2457473"/>
            <a:chExt cx="2098119" cy="685800"/>
          </a:xfrm>
        </p:grpSpPr>
        <p:sp>
          <p:nvSpPr>
            <p:cNvPr id="28" name="TextBox 27"/>
            <p:cNvSpPr txBox="1"/>
            <p:nvPr/>
          </p:nvSpPr>
          <p:spPr>
            <a:xfrm>
              <a:off x="390524" y="2457473"/>
              <a:ext cx="20981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Context switching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0524" y="2686073"/>
              <a:ext cx="20981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between disconnected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0524" y="2914673"/>
              <a:ext cx="20981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apps kills productivity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745605" y="3380187"/>
            <a:ext cx="1724977" cy="2309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All-in-One Platform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3903945" y="3380187"/>
            <a:ext cx="1171813" cy="461961"/>
            <a:chOff x="3855724" y="3380184"/>
            <a:chExt cx="1171813" cy="461961"/>
          </a:xfrm>
        </p:grpSpPr>
        <p:sp>
          <p:nvSpPr>
            <p:cNvPr id="33" name="TextBox 32"/>
            <p:cNvSpPr txBox="1"/>
            <p:nvPr/>
          </p:nvSpPr>
          <p:spPr>
            <a:xfrm>
              <a:off x="3855724" y="3380184"/>
              <a:ext cx="1171813" cy="230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Fragmented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855724" y="3611165"/>
              <a:ext cx="1171813" cy="23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Workflows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38746" y="3314722"/>
            <a:ext cx="2365771" cy="1142952"/>
            <a:chOff x="390525" y="3314719"/>
            <a:chExt cx="2365771" cy="1142952"/>
          </a:xfrm>
        </p:grpSpPr>
        <p:sp>
          <p:nvSpPr>
            <p:cNvPr id="36" name="TextBox 35"/>
            <p:cNvSpPr txBox="1"/>
            <p:nvPr/>
          </p:nvSpPr>
          <p:spPr>
            <a:xfrm>
              <a:off x="390525" y="3314719"/>
              <a:ext cx="23657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Users currently rely on separate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90525" y="3505219"/>
              <a:ext cx="23657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tools for task management, timing,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0525" y="3695719"/>
              <a:ext cx="23657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notes, and tracking. This leads to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90525" y="3886219"/>
              <a:ext cx="23657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poor focus, lost productivity, and a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0525" y="4076719"/>
              <a:ext cx="23657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lack of clear performance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525" y="4267219"/>
              <a:ext cx="2365771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measurement.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40567" y="4020801"/>
            <a:ext cx="2504074" cy="667750"/>
          </a:xfrm>
          <a:custGeom>
            <a:avLst/>
            <a:gdLst/>
            <a:ahLst/>
            <a:cxnLst/>
            <a:rect l="0" t="0" r="0" b="0"/>
            <a:pathLst>
              <a:path w="2504074" h="667750">
                <a:moveTo>
                  <a:pt x="2337130" y="166935"/>
                </a:moveTo>
                <a:lnTo>
                  <a:pt x="2420607" y="166935"/>
                </a:lnTo>
                <a:cubicBezTo>
                  <a:pt x="2466698" y="166935"/>
                  <a:pt x="2504074" y="129568"/>
                  <a:pt x="2504074" y="83467"/>
                </a:cubicBezTo>
                <a:cubicBezTo>
                  <a:pt x="2504074" y="37366"/>
                  <a:pt x="2466698" y="0"/>
                  <a:pt x="2420607" y="0"/>
                </a:cubicBezTo>
                <a:lnTo>
                  <a:pt x="0" y="0"/>
                </a:lnTo>
                <a:lnTo>
                  <a:pt x="0" y="667750"/>
                </a:lnTo>
                <a:lnTo>
                  <a:pt x="2337130" y="667750"/>
                </a:lnTo>
                <a:lnTo>
                  <a:pt x="2337130" y="166935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40567" y="4020801"/>
            <a:ext cx="2504072" cy="667752"/>
          </a:xfrm>
          <a:custGeom>
            <a:avLst/>
            <a:gdLst/>
            <a:ahLst/>
            <a:cxnLst/>
            <a:rect l="0" t="0" r="0" b="0"/>
            <a:pathLst>
              <a:path w="2504072" h="667752">
                <a:moveTo>
                  <a:pt x="0" y="500817"/>
                </a:moveTo>
                <a:lnTo>
                  <a:pt x="0" y="2"/>
                </a:lnTo>
                <a:lnTo>
                  <a:pt x="2420603" y="0"/>
                </a:lnTo>
                <a:cubicBezTo>
                  <a:pt x="2466702" y="0"/>
                  <a:pt x="2504072" y="37370"/>
                  <a:pt x="2504072" y="83469"/>
                </a:cubicBezTo>
                <a:cubicBezTo>
                  <a:pt x="2504072" y="129567"/>
                  <a:pt x="2466702" y="166938"/>
                  <a:pt x="2420603" y="166938"/>
                </a:cubicBezTo>
                <a:lnTo>
                  <a:pt x="2337134" y="166938"/>
                </a:lnTo>
                <a:lnTo>
                  <a:pt x="2337134" y="500817"/>
                </a:lnTo>
                <a:moveTo>
                  <a:pt x="0" y="500814"/>
                </a:moveTo>
                <a:lnTo>
                  <a:pt x="0" y="667752"/>
                </a:lnTo>
                <a:lnTo>
                  <a:pt x="2337134" y="667752"/>
                </a:lnTo>
                <a:lnTo>
                  <a:pt x="2337134" y="500814"/>
                </a:lnTo>
              </a:path>
            </a:pathLst>
          </a:custGeom>
          <a:noFill/>
          <a:ln w="20866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9359" y="3353048"/>
            <a:ext cx="2504074" cy="1335509"/>
          </a:xfrm>
          <a:custGeom>
            <a:avLst/>
            <a:gdLst/>
            <a:ahLst/>
            <a:cxnLst/>
            <a:rect l="0" t="0" r="0" b="0"/>
            <a:pathLst>
              <a:path w="2504074" h="1335509">
                <a:moveTo>
                  <a:pt x="166935" y="166935"/>
                </a:moveTo>
                <a:lnTo>
                  <a:pt x="83467" y="166935"/>
                </a:lnTo>
                <a:cubicBezTo>
                  <a:pt x="37366" y="166935"/>
                  <a:pt x="0" y="129568"/>
                  <a:pt x="0" y="83467"/>
                </a:cubicBezTo>
                <a:cubicBezTo>
                  <a:pt x="0" y="37366"/>
                  <a:pt x="37366" y="0"/>
                  <a:pt x="83467" y="0"/>
                </a:cubicBezTo>
                <a:lnTo>
                  <a:pt x="2504074" y="0"/>
                </a:lnTo>
                <a:lnTo>
                  <a:pt x="2504074" y="1335509"/>
                </a:lnTo>
                <a:lnTo>
                  <a:pt x="166935" y="1335509"/>
                </a:lnTo>
                <a:lnTo>
                  <a:pt x="166935" y="166935"/>
                </a:ln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9359" y="3353049"/>
            <a:ext cx="2504072" cy="1335505"/>
          </a:xfrm>
          <a:custGeom>
            <a:avLst/>
            <a:gdLst/>
            <a:ahLst/>
            <a:cxnLst/>
            <a:rect l="0" t="0" r="0" b="0"/>
            <a:pathLst>
              <a:path w="2504072" h="1335505">
                <a:moveTo>
                  <a:pt x="2504072" y="1168567"/>
                </a:moveTo>
                <a:lnTo>
                  <a:pt x="2504072" y="1335505"/>
                </a:lnTo>
                <a:lnTo>
                  <a:pt x="166938" y="1335505"/>
                </a:lnTo>
                <a:lnTo>
                  <a:pt x="166938" y="1168567"/>
                </a:lnTo>
                <a:moveTo>
                  <a:pt x="2504072" y="1168569"/>
                </a:moveTo>
                <a:lnTo>
                  <a:pt x="2504072" y="2"/>
                </a:lnTo>
                <a:lnTo>
                  <a:pt x="83469" y="0"/>
                </a:lnTo>
                <a:cubicBezTo>
                  <a:pt x="37370" y="0"/>
                  <a:pt x="0" y="37370"/>
                  <a:pt x="0" y="83469"/>
                </a:cubicBezTo>
                <a:cubicBezTo>
                  <a:pt x="0" y="129567"/>
                  <a:pt x="37370" y="166938"/>
                  <a:pt x="83469" y="166938"/>
                </a:cubicBezTo>
                <a:lnTo>
                  <a:pt x="166938" y="166938"/>
                </a:lnTo>
                <a:lnTo>
                  <a:pt x="166938" y="1168569"/>
                </a:lnTo>
              </a:path>
            </a:pathLst>
          </a:custGeom>
          <a:noFill/>
          <a:ln w="20866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36493" y="2685296"/>
            <a:ext cx="2671010" cy="2003259"/>
          </a:xfrm>
          <a:custGeom>
            <a:avLst/>
            <a:gdLst/>
            <a:ahLst/>
            <a:cxnLst/>
            <a:rect l="0" t="0" r="0" b="0"/>
            <a:pathLst>
              <a:path w="2671010" h="2003259">
                <a:moveTo>
                  <a:pt x="166935" y="166935"/>
                </a:moveTo>
                <a:lnTo>
                  <a:pt x="83467" y="166935"/>
                </a:lnTo>
                <a:cubicBezTo>
                  <a:pt x="37366" y="166935"/>
                  <a:pt x="0" y="129568"/>
                  <a:pt x="0" y="83467"/>
                </a:cubicBezTo>
                <a:cubicBezTo>
                  <a:pt x="0" y="37366"/>
                  <a:pt x="37366" y="0"/>
                  <a:pt x="83467" y="0"/>
                </a:cubicBezTo>
                <a:lnTo>
                  <a:pt x="2587542" y="0"/>
                </a:lnTo>
                <a:cubicBezTo>
                  <a:pt x="2633643" y="0"/>
                  <a:pt x="2671010" y="37366"/>
                  <a:pt x="2671010" y="83467"/>
                </a:cubicBezTo>
                <a:cubicBezTo>
                  <a:pt x="2671010" y="129568"/>
                  <a:pt x="2633643" y="166935"/>
                  <a:pt x="2587542" y="166935"/>
                </a:cubicBezTo>
                <a:lnTo>
                  <a:pt x="2504074" y="166935"/>
                </a:lnTo>
                <a:lnTo>
                  <a:pt x="2504074" y="2003259"/>
                </a:lnTo>
                <a:lnTo>
                  <a:pt x="166935" y="2003259"/>
                </a:lnTo>
                <a:lnTo>
                  <a:pt x="166935" y="166935"/>
                </a:ln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36493" y="2685296"/>
            <a:ext cx="2671010" cy="2003257"/>
          </a:xfrm>
          <a:custGeom>
            <a:avLst/>
            <a:gdLst/>
            <a:ahLst/>
            <a:cxnLst/>
            <a:rect l="0" t="0" r="0" b="0"/>
            <a:pathLst>
              <a:path w="2671010" h="2003257">
                <a:moveTo>
                  <a:pt x="166938" y="1836322"/>
                </a:moveTo>
                <a:lnTo>
                  <a:pt x="166938" y="166938"/>
                </a:lnTo>
                <a:lnTo>
                  <a:pt x="83469" y="166938"/>
                </a:lnTo>
                <a:cubicBezTo>
                  <a:pt x="37370" y="166938"/>
                  <a:pt x="0" y="129567"/>
                  <a:pt x="0" y="83469"/>
                </a:cubicBezTo>
                <a:cubicBezTo>
                  <a:pt x="0" y="37370"/>
                  <a:pt x="37370" y="0"/>
                  <a:pt x="83469" y="0"/>
                </a:cubicBezTo>
                <a:lnTo>
                  <a:pt x="2587541" y="0"/>
                </a:lnTo>
                <a:cubicBezTo>
                  <a:pt x="2633640" y="0"/>
                  <a:pt x="2671010" y="37370"/>
                  <a:pt x="2671010" y="83469"/>
                </a:cubicBezTo>
                <a:cubicBezTo>
                  <a:pt x="2671010" y="129567"/>
                  <a:pt x="2633640" y="166938"/>
                  <a:pt x="2587541" y="166938"/>
                </a:cubicBezTo>
                <a:lnTo>
                  <a:pt x="2504072" y="166938"/>
                </a:lnTo>
                <a:lnTo>
                  <a:pt x="2504072" y="1836322"/>
                </a:lnTo>
                <a:moveTo>
                  <a:pt x="2504072" y="1836319"/>
                </a:moveTo>
                <a:lnTo>
                  <a:pt x="2504072" y="2003257"/>
                </a:lnTo>
                <a:lnTo>
                  <a:pt x="166938" y="2003257"/>
                </a:lnTo>
                <a:lnTo>
                  <a:pt x="166938" y="1836319"/>
                </a:lnTo>
              </a:path>
            </a:pathLst>
          </a:custGeom>
          <a:noFill/>
          <a:ln w="20866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0113" y="454942"/>
            <a:ext cx="3503771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 600"/>
              </a:rPr>
              <a:t>What is TaskFlow?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2342" y="1083592"/>
            <a:ext cx="395930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A modern Full-Stack productivity ecosystem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8122" y="1850605"/>
            <a:ext cx="610094" cy="646885"/>
          </a:xfrm>
          <a:custGeom>
            <a:avLst/>
            <a:gdLst/>
            <a:ahLst/>
            <a:cxnLst/>
            <a:rect l="0" t="0" r="0" b="0"/>
            <a:pathLst>
              <a:path w="610094" h="646885">
                <a:moveTo>
                  <a:pt x="547493" y="154942"/>
                </a:moveTo>
                <a:cubicBezTo>
                  <a:pt x="582068" y="154942"/>
                  <a:pt x="610094" y="126914"/>
                  <a:pt x="610094" y="92340"/>
                </a:cubicBezTo>
                <a:cubicBezTo>
                  <a:pt x="610094" y="57766"/>
                  <a:pt x="582068" y="29738"/>
                  <a:pt x="547493" y="29738"/>
                </a:cubicBezTo>
                <a:cubicBezTo>
                  <a:pt x="512920" y="29738"/>
                  <a:pt x="484891" y="57766"/>
                  <a:pt x="484891" y="92340"/>
                </a:cubicBezTo>
                <a:cubicBezTo>
                  <a:pt x="484891" y="126914"/>
                  <a:pt x="512920" y="154942"/>
                  <a:pt x="547493" y="154942"/>
                </a:cubicBezTo>
                <a:close/>
                <a:moveTo>
                  <a:pt x="546102" y="646885"/>
                </a:moveTo>
                <a:cubicBezTo>
                  <a:pt x="568360" y="646885"/>
                  <a:pt x="587836" y="627409"/>
                  <a:pt x="587836" y="605150"/>
                </a:cubicBezTo>
                <a:lnTo>
                  <a:pt x="587836" y="237886"/>
                </a:lnTo>
                <a:cubicBezTo>
                  <a:pt x="587836" y="221192"/>
                  <a:pt x="579489" y="207281"/>
                  <a:pt x="565578" y="201716"/>
                </a:cubicBezTo>
                <a:cubicBezTo>
                  <a:pt x="551666" y="193369"/>
                  <a:pt x="534972" y="196152"/>
                  <a:pt x="523843" y="204498"/>
                </a:cubicBezTo>
                <a:lnTo>
                  <a:pt x="493238" y="223974"/>
                </a:lnTo>
                <a:cubicBezTo>
                  <a:pt x="468197" y="240668"/>
                  <a:pt x="423680" y="237886"/>
                  <a:pt x="373599" y="237886"/>
                </a:cubicBezTo>
                <a:cubicBezTo>
                  <a:pt x="351340" y="237886"/>
                  <a:pt x="331864" y="257362"/>
                  <a:pt x="331864" y="279621"/>
                </a:cubicBezTo>
                <a:cubicBezTo>
                  <a:pt x="331864" y="301879"/>
                  <a:pt x="351340" y="321355"/>
                  <a:pt x="373599" y="321355"/>
                </a:cubicBezTo>
                <a:lnTo>
                  <a:pt x="445939" y="321355"/>
                </a:lnTo>
                <a:cubicBezTo>
                  <a:pt x="465415" y="321355"/>
                  <a:pt x="484891" y="318573"/>
                  <a:pt x="504367" y="310226"/>
                </a:cubicBezTo>
                <a:lnTo>
                  <a:pt x="504367" y="605150"/>
                </a:lnTo>
                <a:cubicBezTo>
                  <a:pt x="504367" y="627409"/>
                  <a:pt x="523843" y="646885"/>
                  <a:pt x="546102" y="646885"/>
                </a:cubicBezTo>
                <a:close/>
                <a:moveTo>
                  <a:pt x="199550" y="237888"/>
                </a:moveTo>
                <a:lnTo>
                  <a:pt x="60434" y="237888"/>
                </a:lnTo>
                <a:moveTo>
                  <a:pt x="199550" y="154419"/>
                </a:moveTo>
                <a:lnTo>
                  <a:pt x="60434" y="154419"/>
                </a:lnTo>
                <a:moveTo>
                  <a:pt x="199550" y="70950"/>
                </a:moveTo>
                <a:lnTo>
                  <a:pt x="60434" y="70950"/>
                </a:lnTo>
                <a:moveTo>
                  <a:pt x="379339" y="321355"/>
                </a:moveTo>
                <a:lnTo>
                  <a:pt x="60434" y="321355"/>
                </a:lnTo>
                <a:moveTo>
                  <a:pt x="60373" y="321355"/>
                </a:moveTo>
                <a:lnTo>
                  <a:pt x="60373" y="646885"/>
                </a:lnTo>
                <a:lnTo>
                  <a:pt x="319191" y="646885"/>
                </a:lnTo>
                <a:moveTo>
                  <a:pt x="0" y="0"/>
                </a:moveTo>
                <a:moveTo>
                  <a:pt x="255196" y="646885"/>
                </a:moveTo>
                <a:lnTo>
                  <a:pt x="255196" y="321355"/>
                </a:lnTo>
                <a:moveTo>
                  <a:pt x="0" y="0"/>
                </a:moveTo>
                <a:moveTo>
                  <a:pt x="373593" y="237884"/>
                </a:moveTo>
                <a:lnTo>
                  <a:pt x="395852" y="154415"/>
                </a:lnTo>
              </a:path>
            </a:pathLst>
          </a:custGeom>
          <a:noFill/>
          <a:ln w="208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14899" y="2532269"/>
            <a:ext cx="639929" cy="639929"/>
          </a:xfrm>
          <a:custGeom>
            <a:avLst/>
            <a:gdLst/>
            <a:ahLst/>
            <a:cxnLst/>
            <a:rect l="0" t="0" r="0" b="0"/>
            <a:pathLst>
              <a:path w="639929" h="639929">
                <a:moveTo>
                  <a:pt x="0" y="111292"/>
                </a:moveTo>
                <a:cubicBezTo>
                  <a:pt x="0" y="172757"/>
                  <a:pt x="49827" y="222584"/>
                  <a:pt x="111292" y="222584"/>
                </a:cubicBezTo>
                <a:cubicBezTo>
                  <a:pt x="172757" y="222584"/>
                  <a:pt x="222584" y="172757"/>
                  <a:pt x="222584" y="111292"/>
                </a:cubicBezTo>
                <a:cubicBezTo>
                  <a:pt x="222584" y="49827"/>
                  <a:pt x="172757" y="0"/>
                  <a:pt x="111292" y="0"/>
                </a:cubicBezTo>
                <a:cubicBezTo>
                  <a:pt x="49827" y="0"/>
                  <a:pt x="0" y="49827"/>
                  <a:pt x="0" y="111292"/>
                </a:cubicBezTo>
                <a:close/>
                <a:moveTo>
                  <a:pt x="153026" y="153026"/>
                </a:moveTo>
                <a:lnTo>
                  <a:pt x="111292" y="111292"/>
                </a:lnTo>
                <a:lnTo>
                  <a:pt x="111292" y="55646"/>
                </a:lnTo>
                <a:moveTo>
                  <a:pt x="222584" y="419710"/>
                </a:moveTo>
                <a:lnTo>
                  <a:pt x="222584" y="353602"/>
                </a:lnTo>
                <a:cubicBezTo>
                  <a:pt x="222583" y="349079"/>
                  <a:pt x="224782" y="344838"/>
                  <a:pt x="228479" y="342231"/>
                </a:cubicBezTo>
                <a:cubicBezTo>
                  <a:pt x="232176" y="339624"/>
                  <a:pt x="236909" y="338978"/>
                  <a:pt x="241170" y="340498"/>
                </a:cubicBezTo>
                <a:lnTo>
                  <a:pt x="417345" y="403433"/>
                </a:lnTo>
                <a:lnTo>
                  <a:pt x="417345" y="639929"/>
                </a:lnTo>
                <a:lnTo>
                  <a:pt x="231821" y="573683"/>
                </a:lnTo>
                <a:cubicBezTo>
                  <a:pt x="226281" y="571706"/>
                  <a:pt x="222583" y="566460"/>
                  <a:pt x="222584" y="560578"/>
                </a:cubicBezTo>
                <a:lnTo>
                  <a:pt x="222584" y="498449"/>
                </a:lnTo>
                <a:moveTo>
                  <a:pt x="612106" y="419710"/>
                </a:moveTo>
                <a:lnTo>
                  <a:pt x="612106" y="353602"/>
                </a:lnTo>
                <a:cubicBezTo>
                  <a:pt x="612107" y="349079"/>
                  <a:pt x="609908" y="344838"/>
                  <a:pt x="606211" y="342231"/>
                </a:cubicBezTo>
                <a:cubicBezTo>
                  <a:pt x="602514" y="339624"/>
                  <a:pt x="597781" y="338978"/>
                  <a:pt x="593520" y="340498"/>
                </a:cubicBezTo>
                <a:lnTo>
                  <a:pt x="417345" y="403433"/>
                </a:lnTo>
                <a:lnTo>
                  <a:pt x="417345" y="639929"/>
                </a:lnTo>
                <a:lnTo>
                  <a:pt x="602869" y="573683"/>
                </a:lnTo>
                <a:cubicBezTo>
                  <a:pt x="608409" y="571706"/>
                  <a:pt x="612107" y="566460"/>
                  <a:pt x="612106" y="560578"/>
                </a:cubicBezTo>
                <a:lnTo>
                  <a:pt x="612106" y="498449"/>
                </a:lnTo>
                <a:moveTo>
                  <a:pt x="347787" y="153026"/>
                </a:moveTo>
                <a:cubicBezTo>
                  <a:pt x="347787" y="191442"/>
                  <a:pt x="378929" y="222584"/>
                  <a:pt x="417345" y="222584"/>
                </a:cubicBezTo>
                <a:cubicBezTo>
                  <a:pt x="455761" y="222584"/>
                  <a:pt x="486902" y="191442"/>
                  <a:pt x="486902" y="153026"/>
                </a:cubicBezTo>
                <a:cubicBezTo>
                  <a:pt x="486902" y="114611"/>
                  <a:pt x="455761" y="83469"/>
                  <a:pt x="417345" y="83469"/>
                </a:cubicBezTo>
                <a:cubicBezTo>
                  <a:pt x="378929" y="83469"/>
                  <a:pt x="347787" y="114611"/>
                  <a:pt x="347787" y="153026"/>
                </a:cubicBezTo>
                <a:close/>
                <a:moveTo>
                  <a:pt x="236495" y="500814"/>
                </a:moveTo>
                <a:cubicBezTo>
                  <a:pt x="213446" y="500814"/>
                  <a:pt x="194761" y="482129"/>
                  <a:pt x="194761" y="459079"/>
                </a:cubicBezTo>
                <a:cubicBezTo>
                  <a:pt x="194761" y="436030"/>
                  <a:pt x="213446" y="417345"/>
                  <a:pt x="236495" y="417345"/>
                </a:cubicBezTo>
                <a:lnTo>
                  <a:pt x="264318" y="417345"/>
                </a:lnTo>
                <a:cubicBezTo>
                  <a:pt x="272001" y="417345"/>
                  <a:pt x="278230" y="423573"/>
                  <a:pt x="278230" y="431256"/>
                </a:cubicBezTo>
                <a:lnTo>
                  <a:pt x="278230" y="486902"/>
                </a:lnTo>
                <a:cubicBezTo>
                  <a:pt x="278230" y="494586"/>
                  <a:pt x="272001" y="500814"/>
                  <a:pt x="264318" y="500814"/>
                </a:cubicBezTo>
                <a:close/>
                <a:moveTo>
                  <a:pt x="598195" y="500814"/>
                </a:moveTo>
                <a:cubicBezTo>
                  <a:pt x="621244" y="500814"/>
                  <a:pt x="639929" y="482129"/>
                  <a:pt x="639929" y="459079"/>
                </a:cubicBezTo>
                <a:cubicBezTo>
                  <a:pt x="639929" y="436030"/>
                  <a:pt x="621244" y="417345"/>
                  <a:pt x="598195" y="417345"/>
                </a:cubicBezTo>
                <a:lnTo>
                  <a:pt x="570372" y="417345"/>
                </a:lnTo>
                <a:cubicBezTo>
                  <a:pt x="562688" y="417345"/>
                  <a:pt x="556460" y="423573"/>
                  <a:pt x="556460" y="431256"/>
                </a:cubicBezTo>
                <a:lnTo>
                  <a:pt x="556460" y="486902"/>
                </a:lnTo>
                <a:cubicBezTo>
                  <a:pt x="556460" y="494586"/>
                  <a:pt x="562688" y="500814"/>
                  <a:pt x="570372" y="500814"/>
                </a:cubicBezTo>
                <a:close/>
                <a:moveTo>
                  <a:pt x="347787" y="153026"/>
                </a:moveTo>
                <a:cubicBezTo>
                  <a:pt x="347787" y="114611"/>
                  <a:pt x="378929" y="83469"/>
                  <a:pt x="417345" y="83469"/>
                </a:cubicBezTo>
                <a:cubicBezTo>
                  <a:pt x="455761" y="83469"/>
                  <a:pt x="486902" y="114611"/>
                  <a:pt x="486902" y="153026"/>
                </a:cubicBezTo>
                <a:cubicBezTo>
                  <a:pt x="486902" y="191442"/>
                  <a:pt x="455761" y="222584"/>
                  <a:pt x="417345" y="222584"/>
                </a:cubicBezTo>
                <a:cubicBezTo>
                  <a:pt x="378929" y="222584"/>
                  <a:pt x="347787" y="191442"/>
                  <a:pt x="347787" y="153026"/>
                </a:cubicBezTo>
                <a:close/>
                <a:moveTo>
                  <a:pt x="542549" y="358722"/>
                </a:moveTo>
                <a:cubicBezTo>
                  <a:pt x="540945" y="313790"/>
                  <a:pt x="504040" y="278201"/>
                  <a:pt x="459079" y="278230"/>
                </a:cubicBezTo>
                <a:lnTo>
                  <a:pt x="375610" y="278230"/>
                </a:lnTo>
                <a:cubicBezTo>
                  <a:pt x="330650" y="278201"/>
                  <a:pt x="293745" y="313790"/>
                  <a:pt x="292141" y="358722"/>
                </a:cubicBezTo>
              </a:path>
            </a:pathLst>
          </a:custGeom>
          <a:noFill/>
          <a:ln w="208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4" name="Group 13"/>
          <p:cNvGrpSpPr/>
          <p:nvPr/>
        </p:nvGrpSpPr>
        <p:grpSpPr>
          <a:xfrm>
            <a:off x="3689146" y="2852249"/>
            <a:ext cx="1765696" cy="667730"/>
            <a:chOff x="3689147" y="2768782"/>
            <a:chExt cx="1765696" cy="667730"/>
          </a:xfrm>
        </p:grpSpPr>
        <p:sp>
          <p:nvSpPr>
            <p:cNvPr id="12" name="TextBox 11"/>
            <p:cNvSpPr txBox="1"/>
            <p:nvPr/>
          </p:nvSpPr>
          <p:spPr>
            <a:xfrm>
              <a:off x="3689147" y="2768782"/>
              <a:ext cx="1765696" cy="3338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2100" b="1">
                  <a:solidFill>
                    <a:srgbClr val="FFFFFF"/>
                  </a:solidFill>
                  <a:latin typeface="Funnel Display Regular"/>
                </a:rPr>
                <a:t>Task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89147" y="3102633"/>
              <a:ext cx="1765696" cy="333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2100" b="1">
                  <a:solidFill>
                    <a:srgbClr val="FFFFFF"/>
                  </a:solidFill>
                  <a:latin typeface="Funnel Display Regular"/>
                </a:rPr>
                <a:t>Management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6596124" y="3204970"/>
            <a:ext cx="626018" cy="628025"/>
          </a:xfrm>
          <a:custGeom>
            <a:avLst/>
            <a:gdLst/>
            <a:ahLst/>
            <a:cxnLst/>
            <a:rect l="0" t="0" r="0" b="0"/>
            <a:pathLst>
              <a:path w="626018" h="628025">
                <a:moveTo>
                  <a:pt x="500814" y="447175"/>
                </a:moveTo>
                <a:cubicBezTo>
                  <a:pt x="554596" y="447175"/>
                  <a:pt x="598195" y="403576"/>
                  <a:pt x="598195" y="349794"/>
                </a:cubicBezTo>
                <a:cubicBezTo>
                  <a:pt x="598195" y="296012"/>
                  <a:pt x="554596" y="252413"/>
                  <a:pt x="500814" y="252413"/>
                </a:cubicBezTo>
                <a:cubicBezTo>
                  <a:pt x="447032" y="252413"/>
                  <a:pt x="403433" y="296012"/>
                  <a:pt x="403433" y="349794"/>
                </a:cubicBezTo>
                <a:cubicBezTo>
                  <a:pt x="403433" y="403576"/>
                  <a:pt x="447032" y="447175"/>
                  <a:pt x="500814" y="447175"/>
                </a:cubicBezTo>
                <a:close/>
                <a:moveTo>
                  <a:pt x="626018" y="628025"/>
                </a:moveTo>
                <a:cubicBezTo>
                  <a:pt x="626018" y="558467"/>
                  <a:pt x="570372" y="502821"/>
                  <a:pt x="500814" y="502821"/>
                </a:cubicBezTo>
                <a:cubicBezTo>
                  <a:pt x="475773" y="502821"/>
                  <a:pt x="450733" y="511168"/>
                  <a:pt x="431256" y="522297"/>
                </a:cubicBezTo>
                <a:cubicBezTo>
                  <a:pt x="336658" y="491692"/>
                  <a:pt x="286577" y="413787"/>
                  <a:pt x="283794" y="413787"/>
                </a:cubicBezTo>
                <a:cubicBezTo>
                  <a:pt x="269883" y="391529"/>
                  <a:pt x="239277" y="383182"/>
                  <a:pt x="217019" y="397093"/>
                </a:cubicBezTo>
                <a:cubicBezTo>
                  <a:pt x="194760" y="411005"/>
                  <a:pt x="186413" y="441610"/>
                  <a:pt x="200325" y="463869"/>
                </a:cubicBezTo>
                <a:cubicBezTo>
                  <a:pt x="203107" y="469433"/>
                  <a:pt x="261536" y="558467"/>
                  <a:pt x="375610" y="605766"/>
                </a:cubicBezTo>
                <a:cubicBezTo>
                  <a:pt x="375610" y="611331"/>
                  <a:pt x="372828" y="619678"/>
                  <a:pt x="372828" y="625242"/>
                </a:cubicBezTo>
                <a:moveTo>
                  <a:pt x="214650" y="104952"/>
                </a:moveTo>
                <a:lnTo>
                  <a:pt x="317558" y="104952"/>
                </a:lnTo>
                <a:lnTo>
                  <a:pt x="317558" y="43741"/>
                </a:lnTo>
                <a:lnTo>
                  <a:pt x="387115" y="43741"/>
                </a:lnTo>
                <a:moveTo>
                  <a:pt x="428850" y="85476"/>
                </a:moveTo>
                <a:cubicBezTo>
                  <a:pt x="451898" y="85476"/>
                  <a:pt x="470584" y="66790"/>
                  <a:pt x="470584" y="43741"/>
                </a:cubicBezTo>
                <a:cubicBezTo>
                  <a:pt x="470584" y="20692"/>
                  <a:pt x="451898" y="2006"/>
                  <a:pt x="428850" y="2006"/>
                </a:cubicBezTo>
                <a:cubicBezTo>
                  <a:pt x="405798" y="2006"/>
                  <a:pt x="387115" y="20692"/>
                  <a:pt x="387115" y="43741"/>
                </a:cubicBezTo>
                <a:cubicBezTo>
                  <a:pt x="387115" y="66790"/>
                  <a:pt x="405798" y="85476"/>
                  <a:pt x="428850" y="85476"/>
                </a:cubicBezTo>
                <a:close/>
                <a:moveTo>
                  <a:pt x="317558" y="104950"/>
                </a:moveTo>
                <a:lnTo>
                  <a:pt x="317558" y="146685"/>
                </a:lnTo>
                <a:moveTo>
                  <a:pt x="55646" y="307331"/>
                </a:moveTo>
                <a:lnTo>
                  <a:pt x="55646" y="384573"/>
                </a:lnTo>
                <a:moveTo>
                  <a:pt x="55646" y="468042"/>
                </a:moveTo>
                <a:cubicBezTo>
                  <a:pt x="78696" y="468042"/>
                  <a:pt x="97381" y="449356"/>
                  <a:pt x="97381" y="426308"/>
                </a:cubicBezTo>
                <a:cubicBezTo>
                  <a:pt x="97381" y="403259"/>
                  <a:pt x="78696" y="384573"/>
                  <a:pt x="55646" y="384573"/>
                </a:cubicBezTo>
                <a:cubicBezTo>
                  <a:pt x="32597" y="384573"/>
                  <a:pt x="13912" y="403259"/>
                  <a:pt x="13912" y="426308"/>
                </a:cubicBezTo>
                <a:cubicBezTo>
                  <a:pt x="13912" y="449356"/>
                  <a:pt x="32597" y="468042"/>
                  <a:pt x="55646" y="468042"/>
                </a:cubicBezTo>
                <a:close/>
                <a:moveTo>
                  <a:pt x="214666" y="310441"/>
                </a:moveTo>
                <a:cubicBezTo>
                  <a:pt x="214666" y="320349"/>
                  <a:pt x="208061" y="330257"/>
                  <a:pt x="201456" y="336862"/>
                </a:cubicBezTo>
                <a:cubicBezTo>
                  <a:pt x="191549" y="343467"/>
                  <a:pt x="181641" y="343467"/>
                  <a:pt x="171733" y="343467"/>
                </a:cubicBezTo>
                <a:lnTo>
                  <a:pt x="23117" y="297231"/>
                </a:lnTo>
                <a:cubicBezTo>
                  <a:pt x="9907" y="293928"/>
                  <a:pt x="0" y="280718"/>
                  <a:pt x="0" y="264205"/>
                </a:cubicBezTo>
                <a:lnTo>
                  <a:pt x="0" y="82564"/>
                </a:lnTo>
                <a:cubicBezTo>
                  <a:pt x="0" y="69353"/>
                  <a:pt x="9907" y="56143"/>
                  <a:pt x="23117" y="49538"/>
                </a:cubicBezTo>
                <a:lnTo>
                  <a:pt x="171733" y="3302"/>
                </a:lnTo>
                <a:cubicBezTo>
                  <a:pt x="181641" y="0"/>
                  <a:pt x="191549" y="3302"/>
                  <a:pt x="201456" y="9907"/>
                </a:cubicBezTo>
                <a:cubicBezTo>
                  <a:pt x="211364" y="16512"/>
                  <a:pt x="214666" y="26420"/>
                  <a:pt x="214666" y="36328"/>
                </a:cubicBezTo>
                <a:lnTo>
                  <a:pt x="214666" y="310441"/>
                </a:lnTo>
                <a:close/>
              </a:path>
            </a:pathLst>
          </a:custGeom>
          <a:noFill/>
          <a:ln w="208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1506440" y="3520001"/>
            <a:ext cx="1456848" cy="667730"/>
            <a:chOff x="1506441" y="3436534"/>
            <a:chExt cx="1456848" cy="667730"/>
          </a:xfrm>
        </p:grpSpPr>
        <p:sp>
          <p:nvSpPr>
            <p:cNvPr id="16" name="TextBox 15"/>
            <p:cNvSpPr txBox="1"/>
            <p:nvPr/>
          </p:nvSpPr>
          <p:spPr>
            <a:xfrm>
              <a:off x="1506441" y="3436534"/>
              <a:ext cx="1456848" cy="3338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2100" b="1">
                  <a:solidFill>
                    <a:srgbClr val="FFFFFF"/>
                  </a:solidFill>
                  <a:latin typeface="Funnel Display 600"/>
                </a:rPr>
                <a:t>Pomodoro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06441" y="3770385"/>
              <a:ext cx="1456848" cy="333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2100" b="1">
                  <a:solidFill>
                    <a:srgbClr val="FFFFFF"/>
                  </a:solidFill>
                  <a:latin typeface="Funnel Display 600"/>
                </a:rPr>
                <a:t>Sessions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035566" y="4187740"/>
            <a:ext cx="1747123" cy="3338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Funnel Display Regular"/>
              </a:rPr>
              <a:t>AI Assistance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55967" y="2484078"/>
            <a:ext cx="1209732" cy="1209779"/>
          </a:xfrm>
          <a:custGeom>
            <a:avLst/>
            <a:gdLst/>
            <a:ahLst/>
            <a:cxnLst/>
            <a:rect l="0" t="0" r="0" b="0"/>
            <a:pathLst>
              <a:path w="1209732" h="1209779">
                <a:moveTo>
                  <a:pt x="28" y="604885"/>
                </a:moveTo>
                <a:cubicBezTo>
                  <a:pt x="0" y="938955"/>
                  <a:pt x="270805" y="1209779"/>
                  <a:pt x="604866" y="1209779"/>
                </a:cubicBezTo>
                <a:cubicBezTo>
                  <a:pt x="938926" y="1209779"/>
                  <a:pt x="1209732" y="938955"/>
                  <a:pt x="1209703" y="604885"/>
                </a:cubicBezTo>
                <a:cubicBezTo>
                  <a:pt x="1209732" y="270824"/>
                  <a:pt x="938926" y="0"/>
                  <a:pt x="604866" y="0"/>
                </a:cubicBezTo>
                <a:cubicBezTo>
                  <a:pt x="270805" y="0"/>
                  <a:pt x="0" y="270824"/>
                  <a:pt x="28" y="604885"/>
                </a:cubicBezTo>
              </a:path>
            </a:pathLst>
          </a:custGeom>
          <a:solidFill>
            <a:srgbClr val="7E56F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5967" y="2484077"/>
            <a:ext cx="1209732" cy="1209779"/>
          </a:xfrm>
          <a:custGeom>
            <a:avLst/>
            <a:gdLst/>
            <a:ahLst/>
            <a:cxnLst/>
            <a:rect l="0" t="0" r="0" b="0"/>
            <a:pathLst>
              <a:path w="1209732" h="1209779">
                <a:moveTo>
                  <a:pt x="28" y="604889"/>
                </a:moveTo>
                <a:cubicBezTo>
                  <a:pt x="0" y="938952"/>
                  <a:pt x="270803" y="1209779"/>
                  <a:pt x="604866" y="1209779"/>
                </a:cubicBezTo>
                <a:cubicBezTo>
                  <a:pt x="938929" y="1209779"/>
                  <a:pt x="1209732" y="938952"/>
                  <a:pt x="1209703" y="604889"/>
                </a:cubicBezTo>
                <a:cubicBezTo>
                  <a:pt x="1209732" y="270826"/>
                  <a:pt x="938929" y="0"/>
                  <a:pt x="604866" y="0"/>
                </a:cubicBezTo>
                <a:cubicBezTo>
                  <a:pt x="270803" y="0"/>
                  <a:pt x="0" y="270826"/>
                  <a:pt x="28" y="604889"/>
                </a:cubicBezTo>
              </a:path>
            </a:pathLst>
          </a:custGeom>
          <a:noFill/>
          <a:ln w="105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09235" y="1537369"/>
            <a:ext cx="1551603" cy="1551603"/>
          </a:xfrm>
          <a:custGeom>
            <a:avLst/>
            <a:gdLst/>
            <a:ahLst/>
            <a:cxnLst/>
            <a:rect l="0" t="0" r="0" b="0"/>
            <a:pathLst>
              <a:path w="1551603" h="1551603">
                <a:moveTo>
                  <a:pt x="0" y="0"/>
                </a:moveTo>
                <a:lnTo>
                  <a:pt x="0" y="1551603"/>
                </a:lnTo>
                <a:lnTo>
                  <a:pt x="795556" y="1551603"/>
                </a:lnTo>
                <a:cubicBezTo>
                  <a:pt x="795556" y="1358112"/>
                  <a:pt x="869365" y="1164621"/>
                  <a:pt x="1016993" y="1016993"/>
                </a:cubicBezTo>
                <a:cubicBezTo>
                  <a:pt x="1164621" y="869365"/>
                  <a:pt x="1358112" y="795556"/>
                  <a:pt x="1551603" y="795556"/>
                </a:cubicBezTo>
                <a:lnTo>
                  <a:pt x="1551603" y="0"/>
                </a:lnTo>
                <a:lnTo>
                  <a:pt x="0" y="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9235" y="1537369"/>
            <a:ext cx="1551600" cy="1551600"/>
          </a:xfrm>
          <a:custGeom>
            <a:avLst/>
            <a:gdLst/>
            <a:ahLst/>
            <a:cxnLst/>
            <a:rect l="0" t="0" r="0" b="0"/>
            <a:pathLst>
              <a:path w="1551600" h="1551600">
                <a:moveTo>
                  <a:pt x="0" y="0"/>
                </a:moveTo>
                <a:lnTo>
                  <a:pt x="0" y="1551600"/>
                </a:lnTo>
                <a:lnTo>
                  <a:pt x="795553" y="1551600"/>
                </a:lnTo>
                <a:cubicBezTo>
                  <a:pt x="795553" y="1358111"/>
                  <a:pt x="869367" y="1164621"/>
                  <a:pt x="1016994" y="1016994"/>
                </a:cubicBezTo>
                <a:cubicBezTo>
                  <a:pt x="1164621" y="869367"/>
                  <a:pt x="1358111" y="795553"/>
                  <a:pt x="1551600" y="795553"/>
                </a:cubicBezTo>
                <a:lnTo>
                  <a:pt x="1551600" y="0"/>
                </a:lnTo>
                <a:lnTo>
                  <a:pt x="0" y="0"/>
                </a:lnTo>
                <a:close/>
              </a:path>
            </a:pathLst>
          </a:custGeom>
          <a:noFill/>
          <a:ln w="105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09235" y="3088967"/>
            <a:ext cx="1551603" cy="1551603"/>
          </a:xfrm>
          <a:custGeom>
            <a:avLst/>
            <a:gdLst/>
            <a:ahLst/>
            <a:cxnLst/>
            <a:rect l="0" t="0" r="0" b="0"/>
            <a:pathLst>
              <a:path w="1551603" h="1551603">
                <a:moveTo>
                  <a:pt x="0" y="0"/>
                </a:moveTo>
                <a:lnTo>
                  <a:pt x="0" y="1551603"/>
                </a:lnTo>
                <a:lnTo>
                  <a:pt x="1551603" y="1551603"/>
                </a:lnTo>
                <a:lnTo>
                  <a:pt x="1551603" y="756046"/>
                </a:lnTo>
                <a:cubicBezTo>
                  <a:pt x="1358112" y="756046"/>
                  <a:pt x="1164621" y="682237"/>
                  <a:pt x="1016993" y="534609"/>
                </a:cubicBezTo>
                <a:cubicBezTo>
                  <a:pt x="869365" y="386981"/>
                  <a:pt x="795556" y="193490"/>
                  <a:pt x="795556" y="0"/>
                </a:cubicBezTo>
                <a:lnTo>
                  <a:pt x="0" y="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09235" y="3088967"/>
            <a:ext cx="1551600" cy="1551600"/>
          </a:xfrm>
          <a:custGeom>
            <a:avLst/>
            <a:gdLst/>
            <a:ahLst/>
            <a:cxnLst/>
            <a:rect l="0" t="0" r="0" b="0"/>
            <a:pathLst>
              <a:path w="1551600" h="1551600">
                <a:moveTo>
                  <a:pt x="0" y="0"/>
                </a:moveTo>
                <a:lnTo>
                  <a:pt x="0" y="1551600"/>
                </a:lnTo>
                <a:lnTo>
                  <a:pt x="1551600" y="1551600"/>
                </a:lnTo>
                <a:lnTo>
                  <a:pt x="1551600" y="756046"/>
                </a:lnTo>
                <a:cubicBezTo>
                  <a:pt x="1358111" y="756046"/>
                  <a:pt x="1164621" y="682233"/>
                  <a:pt x="1016994" y="534606"/>
                </a:cubicBezTo>
                <a:cubicBezTo>
                  <a:pt x="869367" y="386978"/>
                  <a:pt x="795553" y="193489"/>
                  <a:pt x="795553" y="0"/>
                </a:cubicBezTo>
                <a:lnTo>
                  <a:pt x="0" y="0"/>
                </a:lnTo>
                <a:close/>
              </a:path>
            </a:pathLst>
          </a:custGeom>
          <a:noFill/>
          <a:ln w="105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60834" y="3088967"/>
            <a:ext cx="1551603" cy="1551603"/>
          </a:xfrm>
          <a:custGeom>
            <a:avLst/>
            <a:gdLst/>
            <a:ahLst/>
            <a:cxnLst/>
            <a:rect l="0" t="0" r="0" b="0"/>
            <a:pathLst>
              <a:path w="1551603" h="1551603">
                <a:moveTo>
                  <a:pt x="1551603" y="1551603"/>
                </a:moveTo>
                <a:lnTo>
                  <a:pt x="1551603" y="0"/>
                </a:lnTo>
                <a:lnTo>
                  <a:pt x="756046" y="0"/>
                </a:lnTo>
                <a:cubicBezTo>
                  <a:pt x="756046" y="193490"/>
                  <a:pt x="682237" y="386981"/>
                  <a:pt x="534609" y="534609"/>
                </a:cubicBezTo>
                <a:cubicBezTo>
                  <a:pt x="386981" y="682237"/>
                  <a:pt x="193490" y="756046"/>
                  <a:pt x="0" y="756046"/>
                </a:cubicBezTo>
                <a:lnTo>
                  <a:pt x="0" y="1551603"/>
                </a:lnTo>
                <a:lnTo>
                  <a:pt x="1551603" y="1551603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60834" y="3088967"/>
            <a:ext cx="1551600" cy="1551600"/>
          </a:xfrm>
          <a:custGeom>
            <a:avLst/>
            <a:gdLst/>
            <a:ahLst/>
            <a:cxnLst/>
            <a:rect l="0" t="0" r="0" b="0"/>
            <a:pathLst>
              <a:path w="1551600" h="1551600">
                <a:moveTo>
                  <a:pt x="1551600" y="1551600"/>
                </a:moveTo>
                <a:lnTo>
                  <a:pt x="1551600" y="0"/>
                </a:lnTo>
                <a:lnTo>
                  <a:pt x="756046" y="0"/>
                </a:lnTo>
                <a:cubicBezTo>
                  <a:pt x="756046" y="193489"/>
                  <a:pt x="682233" y="386978"/>
                  <a:pt x="534606" y="534606"/>
                </a:cubicBezTo>
                <a:cubicBezTo>
                  <a:pt x="386978" y="682233"/>
                  <a:pt x="193489" y="756046"/>
                  <a:pt x="0" y="756046"/>
                </a:cubicBezTo>
                <a:lnTo>
                  <a:pt x="0" y="1551600"/>
                </a:lnTo>
                <a:lnTo>
                  <a:pt x="1551600" y="1551600"/>
                </a:lnTo>
                <a:close/>
              </a:path>
            </a:pathLst>
          </a:custGeom>
          <a:noFill/>
          <a:ln w="105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60834" y="1537369"/>
            <a:ext cx="1551603" cy="1551603"/>
          </a:xfrm>
          <a:custGeom>
            <a:avLst/>
            <a:gdLst/>
            <a:ahLst/>
            <a:cxnLst/>
            <a:rect l="0" t="0" r="0" b="0"/>
            <a:pathLst>
              <a:path w="1551603" h="1551603">
                <a:moveTo>
                  <a:pt x="1551603" y="1551603"/>
                </a:moveTo>
                <a:lnTo>
                  <a:pt x="1551603" y="0"/>
                </a:lnTo>
                <a:lnTo>
                  <a:pt x="0" y="0"/>
                </a:lnTo>
                <a:lnTo>
                  <a:pt x="0" y="795556"/>
                </a:lnTo>
                <a:cubicBezTo>
                  <a:pt x="193490" y="795556"/>
                  <a:pt x="386981" y="869365"/>
                  <a:pt x="534609" y="1016993"/>
                </a:cubicBezTo>
                <a:cubicBezTo>
                  <a:pt x="682237" y="1164621"/>
                  <a:pt x="756046" y="1358112"/>
                  <a:pt x="756046" y="1551603"/>
                </a:cubicBezTo>
                <a:lnTo>
                  <a:pt x="1551603" y="1551603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60834" y="1537369"/>
            <a:ext cx="1551600" cy="1551600"/>
          </a:xfrm>
          <a:custGeom>
            <a:avLst/>
            <a:gdLst/>
            <a:ahLst/>
            <a:cxnLst/>
            <a:rect l="0" t="0" r="0" b="0"/>
            <a:pathLst>
              <a:path w="1551600" h="1551600">
                <a:moveTo>
                  <a:pt x="1551600" y="1551600"/>
                </a:moveTo>
                <a:lnTo>
                  <a:pt x="1551600" y="0"/>
                </a:lnTo>
                <a:lnTo>
                  <a:pt x="0" y="0"/>
                </a:lnTo>
                <a:lnTo>
                  <a:pt x="0" y="795553"/>
                </a:lnTo>
                <a:cubicBezTo>
                  <a:pt x="193489" y="795553"/>
                  <a:pt x="386978" y="869367"/>
                  <a:pt x="534606" y="1016994"/>
                </a:cubicBezTo>
                <a:cubicBezTo>
                  <a:pt x="682233" y="1164621"/>
                  <a:pt x="756046" y="1358111"/>
                  <a:pt x="756046" y="1551600"/>
                </a:cubicBezTo>
                <a:lnTo>
                  <a:pt x="1551600" y="1551600"/>
                </a:lnTo>
                <a:close/>
              </a:path>
            </a:pathLst>
          </a:custGeom>
          <a:noFill/>
          <a:ln w="105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6444" y="502930"/>
            <a:ext cx="5468778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 600"/>
              </a:rPr>
              <a:t>TaskFlow Platform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0653" y="2041050"/>
            <a:ext cx="323640" cy="323924"/>
          </a:xfrm>
          <a:custGeom>
            <a:avLst/>
            <a:gdLst/>
            <a:ahLst/>
            <a:cxnLst/>
            <a:rect l="0" t="0" r="0" b="0"/>
            <a:pathLst>
              <a:path w="323640" h="323924">
                <a:moveTo>
                  <a:pt x="110062" y="252962"/>
                </a:moveTo>
                <a:cubicBezTo>
                  <a:pt x="104229" y="266910"/>
                  <a:pt x="91638" y="276882"/>
                  <a:pt x="76725" y="279364"/>
                </a:cubicBezTo>
                <a:moveTo>
                  <a:pt x="93816" y="162560"/>
                </a:moveTo>
                <a:cubicBezTo>
                  <a:pt x="80582" y="136516"/>
                  <a:pt x="55861" y="118220"/>
                  <a:pt x="27087" y="113174"/>
                </a:cubicBezTo>
                <a:moveTo>
                  <a:pt x="99597" y="117929"/>
                </a:moveTo>
                <a:lnTo>
                  <a:pt x="74376" y="136847"/>
                </a:lnTo>
                <a:moveTo>
                  <a:pt x="133693" y="2433"/>
                </a:moveTo>
                <a:cubicBezTo>
                  <a:pt x="133422" y="16534"/>
                  <a:pt x="130876" y="30498"/>
                  <a:pt x="126153" y="43787"/>
                </a:cubicBezTo>
                <a:moveTo>
                  <a:pt x="105561" y="56263"/>
                </a:moveTo>
                <a:cubicBezTo>
                  <a:pt x="105561" y="48495"/>
                  <a:pt x="111858" y="42197"/>
                  <a:pt x="119627" y="42197"/>
                </a:cubicBezTo>
                <a:cubicBezTo>
                  <a:pt x="127395" y="42197"/>
                  <a:pt x="133693" y="48495"/>
                  <a:pt x="133693" y="56263"/>
                </a:cubicBezTo>
                <a:cubicBezTo>
                  <a:pt x="133693" y="64032"/>
                  <a:pt x="127395" y="70329"/>
                  <a:pt x="119627" y="70329"/>
                </a:cubicBezTo>
                <a:cubicBezTo>
                  <a:pt x="111858" y="70329"/>
                  <a:pt x="105561" y="64032"/>
                  <a:pt x="105561" y="56263"/>
                </a:cubicBezTo>
                <a:close/>
                <a:moveTo>
                  <a:pt x="189957" y="84395"/>
                </a:moveTo>
                <a:cubicBezTo>
                  <a:pt x="189957" y="76627"/>
                  <a:pt x="196254" y="70329"/>
                  <a:pt x="204023" y="70329"/>
                </a:cubicBezTo>
                <a:cubicBezTo>
                  <a:pt x="211791" y="70329"/>
                  <a:pt x="218089" y="76627"/>
                  <a:pt x="218089" y="84395"/>
                </a:cubicBezTo>
                <a:cubicBezTo>
                  <a:pt x="218089" y="92164"/>
                  <a:pt x="211791" y="98461"/>
                  <a:pt x="204023" y="98461"/>
                </a:cubicBezTo>
                <a:cubicBezTo>
                  <a:pt x="196254" y="98461"/>
                  <a:pt x="189957" y="92164"/>
                  <a:pt x="189957" y="84395"/>
                </a:cubicBezTo>
                <a:close/>
                <a:moveTo>
                  <a:pt x="239188" y="140659"/>
                </a:moveTo>
                <a:cubicBezTo>
                  <a:pt x="239188" y="132891"/>
                  <a:pt x="245485" y="126593"/>
                  <a:pt x="253254" y="126593"/>
                </a:cubicBezTo>
                <a:cubicBezTo>
                  <a:pt x="261022" y="126593"/>
                  <a:pt x="267320" y="132891"/>
                  <a:pt x="267320" y="140659"/>
                </a:cubicBezTo>
                <a:cubicBezTo>
                  <a:pt x="267320" y="148428"/>
                  <a:pt x="261022" y="154725"/>
                  <a:pt x="253254" y="154725"/>
                </a:cubicBezTo>
                <a:cubicBezTo>
                  <a:pt x="245485" y="154725"/>
                  <a:pt x="239188" y="148428"/>
                  <a:pt x="239188" y="140659"/>
                </a:cubicBezTo>
                <a:close/>
                <a:moveTo>
                  <a:pt x="189957" y="189890"/>
                </a:moveTo>
                <a:cubicBezTo>
                  <a:pt x="189957" y="182122"/>
                  <a:pt x="196254" y="175824"/>
                  <a:pt x="204023" y="175824"/>
                </a:cubicBezTo>
                <a:cubicBezTo>
                  <a:pt x="211791" y="175824"/>
                  <a:pt x="218089" y="182122"/>
                  <a:pt x="218089" y="189890"/>
                </a:cubicBezTo>
                <a:cubicBezTo>
                  <a:pt x="218089" y="197659"/>
                  <a:pt x="211791" y="203956"/>
                  <a:pt x="204023" y="203956"/>
                </a:cubicBezTo>
                <a:cubicBezTo>
                  <a:pt x="196254" y="203956"/>
                  <a:pt x="189957" y="197659"/>
                  <a:pt x="189957" y="189890"/>
                </a:cubicBezTo>
                <a:close/>
                <a:moveTo>
                  <a:pt x="98528" y="112527"/>
                </a:moveTo>
                <a:cubicBezTo>
                  <a:pt x="98528" y="104759"/>
                  <a:pt x="104825" y="98461"/>
                  <a:pt x="112594" y="98461"/>
                </a:cubicBezTo>
                <a:cubicBezTo>
                  <a:pt x="120362" y="98461"/>
                  <a:pt x="126660" y="104759"/>
                  <a:pt x="126660" y="112527"/>
                </a:cubicBezTo>
                <a:cubicBezTo>
                  <a:pt x="126660" y="120296"/>
                  <a:pt x="120362" y="126593"/>
                  <a:pt x="112594" y="126593"/>
                </a:cubicBezTo>
                <a:cubicBezTo>
                  <a:pt x="104825" y="126593"/>
                  <a:pt x="98528" y="120296"/>
                  <a:pt x="98528" y="112527"/>
                </a:cubicBezTo>
                <a:close/>
                <a:moveTo>
                  <a:pt x="84462" y="175824"/>
                </a:moveTo>
                <a:cubicBezTo>
                  <a:pt x="84462" y="168056"/>
                  <a:pt x="90759" y="161758"/>
                  <a:pt x="98528" y="161758"/>
                </a:cubicBezTo>
                <a:cubicBezTo>
                  <a:pt x="106296" y="161758"/>
                  <a:pt x="112594" y="168056"/>
                  <a:pt x="112594" y="175824"/>
                </a:cubicBezTo>
                <a:cubicBezTo>
                  <a:pt x="112594" y="183593"/>
                  <a:pt x="106296" y="189890"/>
                  <a:pt x="98528" y="189890"/>
                </a:cubicBezTo>
                <a:cubicBezTo>
                  <a:pt x="90759" y="189890"/>
                  <a:pt x="84462" y="183593"/>
                  <a:pt x="84462" y="175824"/>
                </a:cubicBezTo>
                <a:close/>
                <a:moveTo>
                  <a:pt x="323584" y="161758"/>
                </a:moveTo>
                <a:cubicBezTo>
                  <a:pt x="323640" y="141966"/>
                  <a:pt x="313407" y="123567"/>
                  <a:pt x="296563" y="113174"/>
                </a:cubicBezTo>
                <a:cubicBezTo>
                  <a:pt x="297516" y="109021"/>
                  <a:pt x="298011" y="104776"/>
                  <a:pt x="298040" y="100515"/>
                </a:cubicBezTo>
                <a:cubicBezTo>
                  <a:pt x="298322" y="71267"/>
                  <a:pt x="276061" y="46721"/>
                  <a:pt x="246924" y="44153"/>
                </a:cubicBezTo>
                <a:cubicBezTo>
                  <a:pt x="247215" y="32635"/>
                  <a:pt x="242879" y="21482"/>
                  <a:pt x="234886" y="13185"/>
                </a:cubicBezTo>
                <a:cubicBezTo>
                  <a:pt x="226892" y="4888"/>
                  <a:pt x="215908" y="139"/>
                  <a:pt x="204388" y="0"/>
                </a:cubicBezTo>
                <a:cubicBezTo>
                  <a:pt x="186175" y="1042"/>
                  <a:pt x="169923" y="11784"/>
                  <a:pt x="161825" y="28131"/>
                </a:cubicBezTo>
                <a:cubicBezTo>
                  <a:pt x="153727" y="11784"/>
                  <a:pt x="137475" y="1042"/>
                  <a:pt x="119261" y="0"/>
                </a:cubicBezTo>
                <a:cubicBezTo>
                  <a:pt x="107741" y="139"/>
                  <a:pt x="96757" y="4888"/>
                  <a:pt x="88764" y="13185"/>
                </a:cubicBezTo>
                <a:cubicBezTo>
                  <a:pt x="80771" y="21482"/>
                  <a:pt x="76435" y="32635"/>
                  <a:pt x="76725" y="44153"/>
                </a:cubicBezTo>
                <a:cubicBezTo>
                  <a:pt x="47578" y="46722"/>
                  <a:pt x="25313" y="71284"/>
                  <a:pt x="25610" y="100543"/>
                </a:cubicBezTo>
                <a:cubicBezTo>
                  <a:pt x="25615" y="104802"/>
                  <a:pt x="26087" y="109047"/>
                  <a:pt x="27016" y="113203"/>
                </a:cubicBezTo>
                <a:cubicBezTo>
                  <a:pt x="10216" y="123637"/>
                  <a:pt x="0" y="142010"/>
                  <a:pt x="0" y="161786"/>
                </a:cubicBezTo>
                <a:cubicBezTo>
                  <a:pt x="0" y="181563"/>
                  <a:pt x="10216" y="199936"/>
                  <a:pt x="27016" y="210370"/>
                </a:cubicBezTo>
                <a:cubicBezTo>
                  <a:pt x="26087" y="214526"/>
                  <a:pt x="25615" y="218771"/>
                  <a:pt x="25610" y="223030"/>
                </a:cubicBezTo>
                <a:cubicBezTo>
                  <a:pt x="25343" y="252268"/>
                  <a:pt x="47600" y="276797"/>
                  <a:pt x="76725" y="279364"/>
                </a:cubicBezTo>
                <a:cubicBezTo>
                  <a:pt x="76435" y="290881"/>
                  <a:pt x="80771" y="302035"/>
                  <a:pt x="88764" y="310332"/>
                </a:cubicBezTo>
                <a:cubicBezTo>
                  <a:pt x="96757" y="318629"/>
                  <a:pt x="107741" y="323378"/>
                  <a:pt x="119261" y="323517"/>
                </a:cubicBezTo>
                <a:cubicBezTo>
                  <a:pt x="136058" y="323924"/>
                  <a:pt x="151978" y="316033"/>
                  <a:pt x="161825" y="302418"/>
                </a:cubicBezTo>
                <a:cubicBezTo>
                  <a:pt x="171671" y="316033"/>
                  <a:pt x="187591" y="323924"/>
                  <a:pt x="204388" y="323517"/>
                </a:cubicBezTo>
                <a:cubicBezTo>
                  <a:pt x="215908" y="323378"/>
                  <a:pt x="226892" y="318629"/>
                  <a:pt x="234886" y="310332"/>
                </a:cubicBezTo>
                <a:cubicBezTo>
                  <a:pt x="242879" y="302035"/>
                  <a:pt x="247215" y="290881"/>
                  <a:pt x="246924" y="279364"/>
                </a:cubicBezTo>
                <a:cubicBezTo>
                  <a:pt x="276072" y="276795"/>
                  <a:pt x="298336" y="252233"/>
                  <a:pt x="298040" y="222974"/>
                </a:cubicBezTo>
                <a:cubicBezTo>
                  <a:pt x="298011" y="218712"/>
                  <a:pt x="297516" y="214467"/>
                  <a:pt x="296563" y="210314"/>
                </a:cubicBezTo>
                <a:cubicBezTo>
                  <a:pt x="313398" y="199927"/>
                  <a:pt x="323630" y="181540"/>
                  <a:pt x="323584" y="161758"/>
                </a:cubicBezTo>
                <a:close/>
                <a:moveTo>
                  <a:pt x="161825" y="189890"/>
                </a:moveTo>
                <a:lnTo>
                  <a:pt x="161825" y="28131"/>
                </a:lnTo>
                <a:moveTo>
                  <a:pt x="161825" y="302418"/>
                </a:moveTo>
                <a:lnTo>
                  <a:pt x="161825" y="245564"/>
                </a:lnTo>
                <a:moveTo>
                  <a:pt x="290852" y="72622"/>
                </a:moveTo>
                <a:lnTo>
                  <a:pt x="251847" y="92146"/>
                </a:lnTo>
                <a:cubicBezTo>
                  <a:pt x="240452" y="97851"/>
                  <a:pt x="227064" y="97986"/>
                  <a:pt x="215557" y="92512"/>
                </a:cubicBezTo>
                <a:moveTo>
                  <a:pt x="239188" y="140659"/>
                </a:moveTo>
                <a:cubicBezTo>
                  <a:pt x="221783" y="144830"/>
                  <a:pt x="208194" y="158420"/>
                  <a:pt x="204023" y="175824"/>
                </a:cubicBezTo>
                <a:moveTo>
                  <a:pt x="246924" y="279364"/>
                </a:moveTo>
                <a:cubicBezTo>
                  <a:pt x="243042" y="265847"/>
                  <a:pt x="236417" y="255452"/>
                  <a:pt x="225122" y="253187"/>
                </a:cubicBezTo>
                <a:moveTo>
                  <a:pt x="98528" y="239121"/>
                </a:moveTo>
                <a:cubicBezTo>
                  <a:pt x="98528" y="231353"/>
                  <a:pt x="104825" y="225055"/>
                  <a:pt x="112594" y="225055"/>
                </a:cubicBezTo>
                <a:cubicBezTo>
                  <a:pt x="120362" y="225055"/>
                  <a:pt x="126660" y="231353"/>
                  <a:pt x="126660" y="239121"/>
                </a:cubicBezTo>
                <a:cubicBezTo>
                  <a:pt x="126660" y="246890"/>
                  <a:pt x="120362" y="253187"/>
                  <a:pt x="112594" y="253187"/>
                </a:cubicBezTo>
                <a:cubicBezTo>
                  <a:pt x="104825" y="253187"/>
                  <a:pt x="98528" y="246890"/>
                  <a:pt x="98528" y="239121"/>
                </a:cubicBezTo>
                <a:close/>
                <a:moveTo>
                  <a:pt x="196990" y="253187"/>
                </a:moveTo>
                <a:cubicBezTo>
                  <a:pt x="196990" y="245419"/>
                  <a:pt x="203287" y="239121"/>
                  <a:pt x="211056" y="239121"/>
                </a:cubicBezTo>
                <a:cubicBezTo>
                  <a:pt x="218824" y="239121"/>
                  <a:pt x="225122" y="245419"/>
                  <a:pt x="225122" y="253187"/>
                </a:cubicBezTo>
                <a:cubicBezTo>
                  <a:pt x="225122" y="260956"/>
                  <a:pt x="218824" y="267253"/>
                  <a:pt x="211056" y="267253"/>
                </a:cubicBezTo>
                <a:cubicBezTo>
                  <a:pt x="203287" y="267253"/>
                  <a:pt x="196990" y="260956"/>
                  <a:pt x="196990" y="253187"/>
                </a:cubicBezTo>
                <a:close/>
              </a:path>
            </a:pathLst>
          </a:custGeom>
          <a:noFill/>
          <a:ln w="105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30946" y="2046325"/>
            <a:ext cx="316484" cy="312968"/>
          </a:xfrm>
          <a:custGeom>
            <a:avLst/>
            <a:gdLst/>
            <a:ahLst/>
            <a:cxnLst/>
            <a:rect l="0" t="0" r="0" b="0"/>
            <a:pathLst>
              <a:path w="316484" h="312968">
                <a:moveTo>
                  <a:pt x="158242" y="42197"/>
                </a:moveTo>
                <a:lnTo>
                  <a:pt x="158242" y="77362"/>
                </a:lnTo>
                <a:moveTo>
                  <a:pt x="137143" y="21098"/>
                </a:moveTo>
                <a:cubicBezTo>
                  <a:pt x="137143" y="32751"/>
                  <a:pt x="146589" y="42197"/>
                  <a:pt x="158242" y="42197"/>
                </a:cubicBezTo>
                <a:cubicBezTo>
                  <a:pt x="169895" y="42197"/>
                  <a:pt x="179341" y="32751"/>
                  <a:pt x="179341" y="21098"/>
                </a:cubicBezTo>
                <a:cubicBezTo>
                  <a:pt x="179341" y="9446"/>
                  <a:pt x="169895" y="0"/>
                  <a:pt x="158242" y="0"/>
                </a:cubicBezTo>
                <a:cubicBezTo>
                  <a:pt x="146589" y="0"/>
                  <a:pt x="137143" y="9446"/>
                  <a:pt x="137143" y="21098"/>
                </a:cubicBezTo>
                <a:moveTo>
                  <a:pt x="274286" y="161758"/>
                </a:moveTo>
                <a:lnTo>
                  <a:pt x="242638" y="161758"/>
                </a:lnTo>
                <a:moveTo>
                  <a:pt x="274286" y="161758"/>
                </a:moveTo>
                <a:cubicBezTo>
                  <a:pt x="274286" y="173411"/>
                  <a:pt x="283733" y="182857"/>
                  <a:pt x="295385" y="182857"/>
                </a:cubicBezTo>
                <a:cubicBezTo>
                  <a:pt x="307038" y="182857"/>
                  <a:pt x="316484" y="173411"/>
                  <a:pt x="316484" y="161758"/>
                </a:cubicBezTo>
                <a:cubicBezTo>
                  <a:pt x="316484" y="150106"/>
                  <a:pt x="307038" y="140659"/>
                  <a:pt x="295385" y="140659"/>
                </a:cubicBezTo>
                <a:cubicBezTo>
                  <a:pt x="283733" y="140659"/>
                  <a:pt x="274286" y="150106"/>
                  <a:pt x="274286" y="161758"/>
                </a:cubicBezTo>
                <a:moveTo>
                  <a:pt x="242286" y="78094"/>
                </a:moveTo>
                <a:lnTo>
                  <a:pt x="217432" y="102963"/>
                </a:lnTo>
                <a:moveTo>
                  <a:pt x="236111" y="63184"/>
                </a:moveTo>
                <a:cubicBezTo>
                  <a:pt x="236111" y="74837"/>
                  <a:pt x="245558" y="84283"/>
                  <a:pt x="257210" y="84283"/>
                </a:cubicBezTo>
                <a:cubicBezTo>
                  <a:pt x="268863" y="84283"/>
                  <a:pt x="278309" y="74837"/>
                  <a:pt x="278309" y="63184"/>
                </a:cubicBezTo>
                <a:cubicBezTo>
                  <a:pt x="278309" y="51531"/>
                  <a:pt x="268863" y="42085"/>
                  <a:pt x="257210" y="42085"/>
                </a:cubicBezTo>
                <a:cubicBezTo>
                  <a:pt x="245558" y="42085"/>
                  <a:pt x="236111" y="51531"/>
                  <a:pt x="236111" y="63184"/>
                </a:cubicBezTo>
                <a:moveTo>
                  <a:pt x="42197" y="161758"/>
                </a:moveTo>
                <a:lnTo>
                  <a:pt x="73846" y="161758"/>
                </a:lnTo>
                <a:moveTo>
                  <a:pt x="0" y="161758"/>
                </a:moveTo>
                <a:cubicBezTo>
                  <a:pt x="0" y="173411"/>
                  <a:pt x="9446" y="182857"/>
                  <a:pt x="21098" y="182857"/>
                </a:cubicBezTo>
                <a:cubicBezTo>
                  <a:pt x="32751" y="182857"/>
                  <a:pt x="42197" y="173411"/>
                  <a:pt x="42197" y="161758"/>
                </a:cubicBezTo>
                <a:cubicBezTo>
                  <a:pt x="42197" y="150106"/>
                  <a:pt x="32751" y="140659"/>
                  <a:pt x="21098" y="140659"/>
                </a:cubicBezTo>
                <a:cubicBezTo>
                  <a:pt x="9446" y="140659"/>
                  <a:pt x="0" y="150106"/>
                  <a:pt x="0" y="161758"/>
                </a:cubicBezTo>
                <a:moveTo>
                  <a:pt x="74198" y="78094"/>
                </a:moveTo>
                <a:lnTo>
                  <a:pt x="99052" y="102963"/>
                </a:lnTo>
                <a:moveTo>
                  <a:pt x="38175" y="63184"/>
                </a:moveTo>
                <a:cubicBezTo>
                  <a:pt x="38175" y="74837"/>
                  <a:pt x="47621" y="84283"/>
                  <a:pt x="59274" y="84283"/>
                </a:cubicBezTo>
                <a:cubicBezTo>
                  <a:pt x="70926" y="84283"/>
                  <a:pt x="80373" y="74837"/>
                  <a:pt x="80373" y="63184"/>
                </a:cubicBezTo>
                <a:cubicBezTo>
                  <a:pt x="80373" y="51531"/>
                  <a:pt x="70926" y="42085"/>
                  <a:pt x="59274" y="42085"/>
                </a:cubicBezTo>
                <a:cubicBezTo>
                  <a:pt x="47621" y="42085"/>
                  <a:pt x="38175" y="51531"/>
                  <a:pt x="38175" y="63184"/>
                </a:cubicBezTo>
                <a:moveTo>
                  <a:pt x="212551" y="177484"/>
                </a:moveTo>
                <a:cubicBezTo>
                  <a:pt x="177756" y="192451"/>
                  <a:pt x="137330" y="184324"/>
                  <a:pt x="111022" y="157074"/>
                </a:cubicBezTo>
                <a:moveTo>
                  <a:pt x="103441" y="184911"/>
                </a:moveTo>
                <a:cubicBezTo>
                  <a:pt x="103441" y="215177"/>
                  <a:pt x="127976" y="239712"/>
                  <a:pt x="158242" y="239712"/>
                </a:cubicBezTo>
                <a:cubicBezTo>
                  <a:pt x="188508" y="239712"/>
                  <a:pt x="213043" y="215177"/>
                  <a:pt x="213043" y="184911"/>
                </a:cubicBezTo>
                <a:cubicBezTo>
                  <a:pt x="213043" y="154645"/>
                  <a:pt x="188508" y="130110"/>
                  <a:pt x="158242" y="130110"/>
                </a:cubicBezTo>
                <a:cubicBezTo>
                  <a:pt x="127976" y="130110"/>
                  <a:pt x="103441" y="154645"/>
                  <a:pt x="103441" y="184911"/>
                </a:cubicBezTo>
                <a:moveTo>
                  <a:pt x="242075" y="312968"/>
                </a:moveTo>
                <a:cubicBezTo>
                  <a:pt x="226856" y="280424"/>
                  <a:pt x="194176" y="259630"/>
                  <a:pt x="158249" y="259630"/>
                </a:cubicBezTo>
                <a:cubicBezTo>
                  <a:pt x="122322" y="259630"/>
                  <a:pt x="89642" y="280424"/>
                  <a:pt x="74423" y="312968"/>
                </a:cubicBezTo>
                <a:moveTo>
                  <a:pt x="158242" y="259630"/>
                </a:moveTo>
                <a:lnTo>
                  <a:pt x="158242" y="312968"/>
                </a:lnTo>
              </a:path>
            </a:pathLst>
          </a:custGeom>
          <a:noFill/>
          <a:ln w="105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3295" y="2076221"/>
            <a:ext cx="786174" cy="1687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Funnel Display 600"/>
              </a:rPr>
              <a:t>Intelligence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6352198" y="1907385"/>
            <a:ext cx="737835" cy="337622"/>
            <a:chOff x="6363364" y="1775930"/>
            <a:chExt cx="737835" cy="337622"/>
          </a:xfrm>
        </p:grpSpPr>
        <p:sp>
          <p:nvSpPr>
            <p:cNvPr id="16" name="TextBox 15"/>
            <p:cNvSpPr txBox="1"/>
            <p:nvPr/>
          </p:nvSpPr>
          <p:spPr>
            <a:xfrm>
              <a:off x="6363364" y="1775930"/>
              <a:ext cx="737835" cy="168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Funnel Display Regular"/>
                </a:rPr>
                <a:t>Unified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63364" y="1944712"/>
              <a:ext cx="737835" cy="168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FFFFFF"/>
                  </a:solidFill>
                  <a:latin typeface="Funnel Display Regular"/>
                </a:rPr>
                <a:t>Workspace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848163" y="2329433"/>
            <a:ext cx="921305" cy="379722"/>
            <a:chOff x="1859329" y="2197978"/>
            <a:chExt cx="921305" cy="379722"/>
          </a:xfrm>
        </p:grpSpPr>
        <p:sp>
          <p:nvSpPr>
            <p:cNvPr id="19" name="TextBox 18"/>
            <p:cNvSpPr txBox="1"/>
            <p:nvPr/>
          </p:nvSpPr>
          <p:spPr>
            <a:xfrm>
              <a:off x="1859329" y="2197978"/>
              <a:ext cx="921305" cy="126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AI-powered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59329" y="2324470"/>
              <a:ext cx="921305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assistant for smart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59329" y="2451057"/>
              <a:ext cx="921305" cy="126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scheduling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352198" y="2329433"/>
            <a:ext cx="965358" cy="379722"/>
            <a:chOff x="6363364" y="2197978"/>
            <a:chExt cx="965358" cy="379722"/>
          </a:xfrm>
        </p:grpSpPr>
        <p:sp>
          <p:nvSpPr>
            <p:cNvPr id="23" name="TextBox 22"/>
            <p:cNvSpPr txBox="1"/>
            <p:nvPr/>
          </p:nvSpPr>
          <p:spPr>
            <a:xfrm>
              <a:off x="6363364" y="2197978"/>
              <a:ext cx="965358" cy="126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FFFFFF"/>
                  </a:solidFill>
                  <a:latin typeface="Funnel Display 300"/>
                </a:rPr>
                <a:t>Manage daily tasks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363364" y="2324470"/>
              <a:ext cx="965358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FFFFFF"/>
                  </a:solidFill>
                  <a:latin typeface="Funnel Display 300"/>
                </a:rPr>
                <a:t>and priorities in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63364" y="2451057"/>
              <a:ext cx="965358" cy="126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FFFFFF"/>
                  </a:solidFill>
                  <a:latin typeface="Funnel Display 300"/>
                </a:rPr>
                <a:t>one place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083212" y="2920155"/>
            <a:ext cx="955243" cy="337622"/>
            <a:chOff x="4094378" y="2788700"/>
            <a:chExt cx="955243" cy="337622"/>
          </a:xfrm>
        </p:grpSpPr>
        <p:sp>
          <p:nvSpPr>
            <p:cNvPr id="27" name="TextBox 26"/>
            <p:cNvSpPr txBox="1"/>
            <p:nvPr/>
          </p:nvSpPr>
          <p:spPr>
            <a:xfrm>
              <a:off x="4094378" y="2788700"/>
              <a:ext cx="955243" cy="168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Funnel Display Regular"/>
                </a:rPr>
                <a:t>The All-in-One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094378" y="2957482"/>
              <a:ext cx="955243" cy="168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Funnel Display Regular"/>
                </a:rPr>
                <a:t>Platform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062238" y="3363258"/>
            <a:ext cx="707231" cy="1687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Funnel Display Regular"/>
              </a:rPr>
              <a:t>Motivation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2198" y="3300006"/>
            <a:ext cx="740216" cy="1687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Funnel Display 600"/>
              </a:rPr>
              <a:t>Deep Work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1940670" y="3616471"/>
            <a:ext cx="828798" cy="379722"/>
            <a:chOff x="1951836" y="3485016"/>
            <a:chExt cx="828798" cy="379722"/>
          </a:xfrm>
        </p:grpSpPr>
        <p:sp>
          <p:nvSpPr>
            <p:cNvPr id="32" name="TextBox 31"/>
            <p:cNvSpPr txBox="1"/>
            <p:nvPr/>
          </p:nvSpPr>
          <p:spPr>
            <a:xfrm>
              <a:off x="1951836" y="3485016"/>
              <a:ext cx="828798" cy="126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Gamified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951836" y="3611508"/>
              <a:ext cx="828798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progression with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951836" y="3738095"/>
              <a:ext cx="828798" cy="126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XP and rewards</a:t>
              </a:r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3470720" y="3834477"/>
            <a:ext cx="323517" cy="281306"/>
          </a:xfrm>
          <a:custGeom>
            <a:avLst/>
            <a:gdLst/>
            <a:ahLst/>
            <a:cxnLst/>
            <a:rect l="0" t="0" r="0" b="0"/>
            <a:pathLst>
              <a:path w="323517" h="281306">
                <a:moveTo>
                  <a:pt x="286847" y="238546"/>
                </a:moveTo>
                <a:cubicBezTo>
                  <a:pt x="283122" y="222821"/>
                  <a:pt x="269338" y="211530"/>
                  <a:pt x="253187" y="210977"/>
                </a:cubicBezTo>
                <a:lnTo>
                  <a:pt x="182857" y="210977"/>
                </a:lnTo>
                <a:cubicBezTo>
                  <a:pt x="166709" y="211535"/>
                  <a:pt x="152933" y="222833"/>
                  <a:pt x="149226" y="238560"/>
                </a:cubicBezTo>
                <a:lnTo>
                  <a:pt x="140659" y="281306"/>
                </a:lnTo>
                <a:lnTo>
                  <a:pt x="295385" y="281306"/>
                </a:lnTo>
                <a:close/>
                <a:moveTo>
                  <a:pt x="267253" y="214338"/>
                </a:moveTo>
                <a:lnTo>
                  <a:pt x="267253" y="199724"/>
                </a:lnTo>
                <a:cubicBezTo>
                  <a:pt x="267252" y="194272"/>
                  <a:pt x="264101" y="189311"/>
                  <a:pt x="259165" y="186994"/>
                </a:cubicBezTo>
                <a:cubicBezTo>
                  <a:pt x="241445" y="178608"/>
                  <a:pt x="230691" y="160202"/>
                  <a:pt x="232088" y="140647"/>
                </a:cubicBezTo>
                <a:cubicBezTo>
                  <a:pt x="232088" y="93019"/>
                  <a:pt x="284751" y="150718"/>
                  <a:pt x="288183" y="14418"/>
                </a:cubicBezTo>
                <a:cubicBezTo>
                  <a:pt x="288278" y="10627"/>
                  <a:pt x="286838" y="6959"/>
                  <a:pt x="284190" y="4244"/>
                </a:cubicBezTo>
                <a:cubicBezTo>
                  <a:pt x="281542" y="1530"/>
                  <a:pt x="277910" y="0"/>
                  <a:pt x="274117" y="1"/>
                </a:cubicBezTo>
                <a:lnTo>
                  <a:pt x="161969" y="1"/>
                </a:lnTo>
                <a:cubicBezTo>
                  <a:pt x="158175" y="0"/>
                  <a:pt x="154540" y="1532"/>
                  <a:pt x="151892" y="4249"/>
                </a:cubicBezTo>
                <a:cubicBezTo>
                  <a:pt x="149243" y="6967"/>
                  <a:pt x="147805" y="10639"/>
                  <a:pt x="147903" y="14432"/>
                </a:cubicBezTo>
                <a:cubicBezTo>
                  <a:pt x="151335" y="150718"/>
                  <a:pt x="203956" y="93019"/>
                  <a:pt x="203956" y="140647"/>
                </a:cubicBezTo>
                <a:cubicBezTo>
                  <a:pt x="205383" y="160226"/>
                  <a:pt x="194625" y="178669"/>
                  <a:pt x="176879" y="187064"/>
                </a:cubicBezTo>
                <a:cubicBezTo>
                  <a:pt x="171967" y="189371"/>
                  <a:pt x="168820" y="194297"/>
                  <a:pt x="168791" y="199724"/>
                </a:cubicBezTo>
                <a:lnTo>
                  <a:pt x="168791" y="214338"/>
                </a:lnTo>
                <a:moveTo>
                  <a:pt x="147692" y="14053"/>
                </a:moveTo>
                <a:lnTo>
                  <a:pt x="112527" y="14053"/>
                </a:lnTo>
                <a:cubicBezTo>
                  <a:pt x="112527" y="14053"/>
                  <a:pt x="112527" y="80557"/>
                  <a:pt x="157792" y="84228"/>
                </a:cubicBezTo>
                <a:moveTo>
                  <a:pt x="288352" y="14053"/>
                </a:moveTo>
                <a:lnTo>
                  <a:pt x="323517" y="14053"/>
                </a:lnTo>
                <a:cubicBezTo>
                  <a:pt x="323517" y="14053"/>
                  <a:pt x="323517" y="80571"/>
                  <a:pt x="278239" y="84228"/>
                </a:cubicBezTo>
                <a:moveTo>
                  <a:pt x="10549" y="66786"/>
                </a:moveTo>
                <a:cubicBezTo>
                  <a:pt x="10549" y="88149"/>
                  <a:pt x="27867" y="105468"/>
                  <a:pt x="49230" y="105468"/>
                </a:cubicBezTo>
                <a:cubicBezTo>
                  <a:pt x="70594" y="105468"/>
                  <a:pt x="87912" y="88149"/>
                  <a:pt x="87912" y="66786"/>
                </a:cubicBezTo>
                <a:cubicBezTo>
                  <a:pt x="87912" y="45423"/>
                  <a:pt x="70594" y="28105"/>
                  <a:pt x="49230" y="28105"/>
                </a:cubicBezTo>
                <a:cubicBezTo>
                  <a:pt x="27867" y="28105"/>
                  <a:pt x="10549" y="45423"/>
                  <a:pt x="10549" y="66786"/>
                </a:cubicBezTo>
                <a:close/>
                <a:moveTo>
                  <a:pt x="98461" y="168779"/>
                </a:moveTo>
                <a:cubicBezTo>
                  <a:pt x="98461" y="141589"/>
                  <a:pt x="76420" y="119548"/>
                  <a:pt x="49230" y="119548"/>
                </a:cubicBezTo>
                <a:cubicBezTo>
                  <a:pt x="22041" y="119548"/>
                  <a:pt x="0" y="141589"/>
                  <a:pt x="0" y="168779"/>
                </a:cubicBezTo>
                <a:lnTo>
                  <a:pt x="0" y="210977"/>
                </a:lnTo>
                <a:lnTo>
                  <a:pt x="22266" y="210977"/>
                </a:lnTo>
                <a:lnTo>
                  <a:pt x="28131" y="281306"/>
                </a:lnTo>
                <a:lnTo>
                  <a:pt x="70329" y="281306"/>
                </a:lnTo>
                <a:lnTo>
                  <a:pt x="76195" y="210977"/>
                </a:lnTo>
                <a:lnTo>
                  <a:pt x="98461" y="210977"/>
                </a:lnTo>
                <a:close/>
              </a:path>
            </a:pathLst>
          </a:custGeom>
          <a:noFill/>
          <a:ln w="105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27429" y="3813380"/>
            <a:ext cx="323517" cy="323517"/>
          </a:xfrm>
          <a:custGeom>
            <a:avLst/>
            <a:gdLst/>
            <a:ahLst/>
            <a:cxnLst/>
            <a:rect l="0" t="0" r="0" b="0"/>
            <a:pathLst>
              <a:path w="323517" h="323517">
                <a:moveTo>
                  <a:pt x="211017" y="161758"/>
                </a:moveTo>
                <a:lnTo>
                  <a:pt x="161786" y="161758"/>
                </a:lnTo>
                <a:lnTo>
                  <a:pt x="161786" y="84395"/>
                </a:lnTo>
                <a:moveTo>
                  <a:pt x="56263" y="0"/>
                </a:moveTo>
                <a:lnTo>
                  <a:pt x="267253" y="0"/>
                </a:lnTo>
                <a:cubicBezTo>
                  <a:pt x="267253" y="0"/>
                  <a:pt x="323517" y="0"/>
                  <a:pt x="323517" y="56263"/>
                </a:cubicBezTo>
                <a:lnTo>
                  <a:pt x="323517" y="267253"/>
                </a:lnTo>
                <a:cubicBezTo>
                  <a:pt x="323517" y="267253"/>
                  <a:pt x="323517" y="323517"/>
                  <a:pt x="267253" y="323517"/>
                </a:cubicBezTo>
                <a:lnTo>
                  <a:pt x="56263" y="323517"/>
                </a:lnTo>
                <a:cubicBezTo>
                  <a:pt x="56263" y="323517"/>
                  <a:pt x="0" y="323517"/>
                  <a:pt x="0" y="267253"/>
                </a:cubicBezTo>
                <a:lnTo>
                  <a:pt x="0" y="56263"/>
                </a:lnTo>
                <a:cubicBezTo>
                  <a:pt x="0" y="56263"/>
                  <a:pt x="0" y="0"/>
                  <a:pt x="56263" y="0"/>
                </a:cubicBezTo>
                <a:moveTo>
                  <a:pt x="42197" y="161758"/>
                </a:moveTo>
                <a:cubicBezTo>
                  <a:pt x="42197" y="227790"/>
                  <a:pt x="95727" y="281319"/>
                  <a:pt x="161758" y="281319"/>
                </a:cubicBezTo>
                <a:cubicBezTo>
                  <a:pt x="227790" y="281319"/>
                  <a:pt x="281319" y="227790"/>
                  <a:pt x="281319" y="161758"/>
                </a:cubicBezTo>
                <a:cubicBezTo>
                  <a:pt x="281319" y="95727"/>
                  <a:pt x="227790" y="42197"/>
                  <a:pt x="161758" y="42197"/>
                </a:cubicBezTo>
                <a:cubicBezTo>
                  <a:pt x="95727" y="42197"/>
                  <a:pt x="42197" y="95727"/>
                  <a:pt x="42197" y="161758"/>
                </a:cubicBezTo>
              </a:path>
            </a:pathLst>
          </a:custGeom>
          <a:noFill/>
          <a:ln w="105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2" name="Group 41"/>
          <p:cNvGrpSpPr/>
          <p:nvPr/>
        </p:nvGrpSpPr>
        <p:grpSpPr>
          <a:xfrm>
            <a:off x="6352198" y="3553187"/>
            <a:ext cx="836771" cy="506281"/>
            <a:chOff x="6363364" y="3421732"/>
            <a:chExt cx="836771" cy="506281"/>
          </a:xfrm>
        </p:grpSpPr>
        <p:sp>
          <p:nvSpPr>
            <p:cNvPr id="38" name="TextBox 37"/>
            <p:cNvSpPr txBox="1"/>
            <p:nvPr/>
          </p:nvSpPr>
          <p:spPr>
            <a:xfrm>
              <a:off x="6363364" y="3421732"/>
              <a:ext cx="836771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FFFFFF"/>
                  </a:solidFill>
                  <a:latin typeface="Funnel Display 300"/>
                </a:rPr>
                <a:t>Integrated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363364" y="3548319"/>
              <a:ext cx="836771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FFFFFF"/>
                  </a:solidFill>
                  <a:latin typeface="Funnel Display 300"/>
                </a:rPr>
                <a:t>Pomodoro timer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363364" y="3674906"/>
              <a:ext cx="836771" cy="126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FFFFFF"/>
                  </a:solidFill>
                  <a:latin typeface="Funnel Display 300"/>
                </a:rPr>
                <a:t>for focused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63364" y="3801493"/>
              <a:ext cx="836771" cy="126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FFFFFF"/>
                  </a:solidFill>
                  <a:latin typeface="Funnel Display 300"/>
                </a:rPr>
                <a:t>sessions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03084" y="1611162"/>
            <a:ext cx="1666303" cy="526199"/>
          </a:xfrm>
          <a:custGeom>
            <a:avLst/>
            <a:gdLst/>
            <a:ahLst/>
            <a:cxnLst/>
            <a:rect l="0" t="0" r="0" b="0"/>
            <a:pathLst>
              <a:path w="1666303" h="526199">
                <a:moveTo>
                  <a:pt x="0" y="0"/>
                </a:moveTo>
                <a:lnTo>
                  <a:pt x="1666303" y="0"/>
                </a:lnTo>
                <a:lnTo>
                  <a:pt x="1666303" y="526199"/>
                </a:lnTo>
                <a:lnTo>
                  <a:pt x="0" y="526199"/>
                </a:lnTo>
                <a:lnTo>
                  <a:pt x="0" y="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03084" y="1611162"/>
            <a:ext cx="1666304" cy="526201"/>
          </a:xfrm>
          <a:custGeom>
            <a:avLst/>
            <a:gdLst/>
            <a:ahLst/>
            <a:cxnLst/>
            <a:rect l="0" t="0" r="0" b="0"/>
            <a:pathLst>
              <a:path w="1666304" h="526201">
                <a:moveTo>
                  <a:pt x="0" y="0"/>
                </a:moveTo>
                <a:lnTo>
                  <a:pt x="1666304" y="0"/>
                </a:lnTo>
                <a:lnTo>
                  <a:pt x="1666304" y="526201"/>
                </a:lnTo>
                <a:lnTo>
                  <a:pt x="0" y="526201"/>
                </a:lnTo>
                <a:lnTo>
                  <a:pt x="0" y="0"/>
                </a:lnTo>
                <a:close/>
              </a:path>
            </a:pathLst>
          </a:custGeom>
          <a:noFill/>
          <a:ln w="1096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9183" y="2137363"/>
            <a:ext cx="1666303" cy="526199"/>
          </a:xfrm>
          <a:custGeom>
            <a:avLst/>
            <a:gdLst/>
            <a:ahLst/>
            <a:cxnLst/>
            <a:rect l="0" t="0" r="0" b="0"/>
            <a:pathLst>
              <a:path w="1666303" h="526199">
                <a:moveTo>
                  <a:pt x="0" y="0"/>
                </a:moveTo>
                <a:lnTo>
                  <a:pt x="1666303" y="0"/>
                </a:lnTo>
                <a:lnTo>
                  <a:pt x="1666303" y="526199"/>
                </a:lnTo>
                <a:lnTo>
                  <a:pt x="0" y="526199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8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9183" y="2137363"/>
            <a:ext cx="1666304" cy="526201"/>
          </a:xfrm>
          <a:custGeom>
            <a:avLst/>
            <a:gdLst/>
            <a:ahLst/>
            <a:cxnLst/>
            <a:rect l="0" t="0" r="0" b="0"/>
            <a:pathLst>
              <a:path w="1666304" h="526201">
                <a:moveTo>
                  <a:pt x="0" y="0"/>
                </a:moveTo>
                <a:lnTo>
                  <a:pt x="1666304" y="0"/>
                </a:lnTo>
                <a:lnTo>
                  <a:pt x="1666304" y="526201"/>
                </a:lnTo>
                <a:lnTo>
                  <a:pt x="0" y="526201"/>
                </a:lnTo>
                <a:lnTo>
                  <a:pt x="0" y="0"/>
                </a:lnTo>
                <a:close/>
              </a:path>
            </a:pathLst>
          </a:custGeom>
          <a:noFill/>
          <a:ln w="1096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75281" y="2663566"/>
            <a:ext cx="1666303" cy="526199"/>
          </a:xfrm>
          <a:custGeom>
            <a:avLst/>
            <a:gdLst/>
            <a:ahLst/>
            <a:cxnLst/>
            <a:rect l="0" t="0" r="0" b="0"/>
            <a:pathLst>
              <a:path w="1666303" h="526199">
                <a:moveTo>
                  <a:pt x="0" y="0"/>
                </a:moveTo>
                <a:lnTo>
                  <a:pt x="1666303" y="0"/>
                </a:lnTo>
                <a:lnTo>
                  <a:pt x="1666303" y="526199"/>
                </a:lnTo>
                <a:lnTo>
                  <a:pt x="0" y="526199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75281" y="2663566"/>
            <a:ext cx="1666304" cy="526201"/>
          </a:xfrm>
          <a:custGeom>
            <a:avLst/>
            <a:gdLst/>
            <a:ahLst/>
            <a:cxnLst/>
            <a:rect l="0" t="0" r="0" b="0"/>
            <a:pathLst>
              <a:path w="1666304" h="526201">
                <a:moveTo>
                  <a:pt x="0" y="0"/>
                </a:moveTo>
                <a:lnTo>
                  <a:pt x="1666304" y="0"/>
                </a:lnTo>
                <a:lnTo>
                  <a:pt x="1666304" y="526201"/>
                </a:lnTo>
                <a:lnTo>
                  <a:pt x="0" y="526201"/>
                </a:lnTo>
                <a:lnTo>
                  <a:pt x="0" y="0"/>
                </a:lnTo>
                <a:close/>
              </a:path>
            </a:pathLst>
          </a:custGeom>
          <a:noFill/>
          <a:ln w="1096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61379" y="3189766"/>
            <a:ext cx="1666303" cy="526199"/>
          </a:xfrm>
          <a:custGeom>
            <a:avLst/>
            <a:gdLst/>
            <a:ahLst/>
            <a:cxnLst/>
            <a:rect l="0" t="0" r="0" b="0"/>
            <a:pathLst>
              <a:path w="1666303" h="526199">
                <a:moveTo>
                  <a:pt x="0" y="0"/>
                </a:moveTo>
                <a:lnTo>
                  <a:pt x="1666303" y="0"/>
                </a:lnTo>
                <a:lnTo>
                  <a:pt x="1666303" y="526199"/>
                </a:lnTo>
                <a:lnTo>
                  <a:pt x="0" y="526199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61379" y="3189766"/>
            <a:ext cx="1666304" cy="526201"/>
          </a:xfrm>
          <a:custGeom>
            <a:avLst/>
            <a:gdLst/>
            <a:ahLst/>
            <a:cxnLst/>
            <a:rect l="0" t="0" r="0" b="0"/>
            <a:pathLst>
              <a:path w="1666304" h="526201">
                <a:moveTo>
                  <a:pt x="0" y="0"/>
                </a:moveTo>
                <a:lnTo>
                  <a:pt x="1666304" y="0"/>
                </a:lnTo>
                <a:lnTo>
                  <a:pt x="1666304" y="526201"/>
                </a:lnTo>
                <a:lnTo>
                  <a:pt x="0" y="526201"/>
                </a:lnTo>
                <a:lnTo>
                  <a:pt x="0" y="0"/>
                </a:lnTo>
                <a:close/>
              </a:path>
            </a:pathLst>
          </a:custGeom>
          <a:noFill/>
          <a:ln w="1096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7477" y="3715966"/>
            <a:ext cx="1666303" cy="526199"/>
          </a:xfrm>
          <a:custGeom>
            <a:avLst/>
            <a:gdLst/>
            <a:ahLst/>
            <a:cxnLst/>
            <a:rect l="0" t="0" r="0" b="0"/>
            <a:pathLst>
              <a:path w="1666303" h="526199">
                <a:moveTo>
                  <a:pt x="0" y="0"/>
                </a:moveTo>
                <a:lnTo>
                  <a:pt x="1666303" y="0"/>
                </a:lnTo>
                <a:lnTo>
                  <a:pt x="1666303" y="526199"/>
                </a:lnTo>
                <a:lnTo>
                  <a:pt x="0" y="526199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47477" y="3715966"/>
            <a:ext cx="1666304" cy="526201"/>
          </a:xfrm>
          <a:custGeom>
            <a:avLst/>
            <a:gdLst/>
            <a:ahLst/>
            <a:cxnLst/>
            <a:rect l="0" t="0" r="0" b="0"/>
            <a:pathLst>
              <a:path w="1666304" h="526201">
                <a:moveTo>
                  <a:pt x="0" y="0"/>
                </a:moveTo>
                <a:lnTo>
                  <a:pt x="1666304" y="0"/>
                </a:lnTo>
                <a:lnTo>
                  <a:pt x="1666304" y="526201"/>
                </a:lnTo>
                <a:lnTo>
                  <a:pt x="0" y="526201"/>
                </a:lnTo>
                <a:lnTo>
                  <a:pt x="0" y="0"/>
                </a:lnTo>
                <a:close/>
              </a:path>
            </a:pathLst>
          </a:custGeom>
          <a:noFill/>
          <a:ln w="1096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33576" y="4242169"/>
            <a:ext cx="1666303" cy="526199"/>
          </a:xfrm>
          <a:custGeom>
            <a:avLst/>
            <a:gdLst/>
            <a:ahLst/>
            <a:cxnLst/>
            <a:rect l="0" t="0" r="0" b="0"/>
            <a:pathLst>
              <a:path w="1666303" h="526199">
                <a:moveTo>
                  <a:pt x="0" y="0"/>
                </a:moveTo>
                <a:lnTo>
                  <a:pt x="1666303" y="0"/>
                </a:lnTo>
                <a:lnTo>
                  <a:pt x="1666303" y="526199"/>
                </a:lnTo>
                <a:lnTo>
                  <a:pt x="0" y="526199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3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33576" y="4242169"/>
            <a:ext cx="1666304" cy="526201"/>
          </a:xfrm>
          <a:custGeom>
            <a:avLst/>
            <a:gdLst/>
            <a:ahLst/>
            <a:cxnLst/>
            <a:rect l="0" t="0" r="0" b="0"/>
            <a:pathLst>
              <a:path w="1666304" h="526201">
                <a:moveTo>
                  <a:pt x="0" y="0"/>
                </a:moveTo>
                <a:lnTo>
                  <a:pt x="1666304" y="0"/>
                </a:lnTo>
                <a:lnTo>
                  <a:pt x="1666304" y="526201"/>
                </a:lnTo>
                <a:lnTo>
                  <a:pt x="0" y="526201"/>
                </a:lnTo>
                <a:lnTo>
                  <a:pt x="0" y="0"/>
                </a:lnTo>
                <a:close/>
              </a:path>
            </a:pathLst>
          </a:custGeom>
          <a:noFill/>
          <a:ln w="1096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9825" y="375129"/>
            <a:ext cx="458890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 600"/>
              </a:rPr>
              <a:t>Core Features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4796" y="1003779"/>
            <a:ext cx="413897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A comprehensive suite for the modern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7314" y="1801196"/>
            <a:ext cx="1679019" cy="1461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Funnel Display 300"/>
              </a:rPr>
              <a:t>Smart chat powered by Groq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0765" y="1786566"/>
            <a:ext cx="830932" cy="1754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unnel Display 600"/>
              </a:rPr>
              <a:t>AI Assistant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809263" y="2254350"/>
            <a:ext cx="1573168" cy="292216"/>
            <a:chOff x="3896979" y="2250696"/>
            <a:chExt cx="1573168" cy="292216"/>
          </a:xfrm>
        </p:grpSpPr>
        <p:sp>
          <p:nvSpPr>
            <p:cNvPr id="18" name="TextBox 17"/>
            <p:cNvSpPr txBox="1"/>
            <p:nvPr/>
          </p:nvSpPr>
          <p:spPr>
            <a:xfrm>
              <a:off x="3896979" y="2250696"/>
              <a:ext cx="1573168" cy="146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Real-time productivity tracking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96979" y="2396809"/>
              <a:ext cx="1573168" cy="146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and analytics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008066" y="2312766"/>
            <a:ext cx="628535" cy="1754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unnel Display Regular"/>
              </a:rPr>
              <a:t>Statistics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229052" y="2780552"/>
            <a:ext cx="1539478" cy="292216"/>
            <a:chOff x="3316768" y="2776898"/>
            <a:chExt cx="1539478" cy="292216"/>
          </a:xfrm>
        </p:grpSpPr>
        <p:sp>
          <p:nvSpPr>
            <p:cNvPr id="22" name="TextBox 21"/>
            <p:cNvSpPr txBox="1"/>
            <p:nvPr/>
          </p:nvSpPr>
          <p:spPr>
            <a:xfrm>
              <a:off x="3316768" y="2776898"/>
              <a:ext cx="1539478" cy="146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XP system, levels, badges, and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316768" y="2923011"/>
              <a:ext cx="1539478" cy="146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leaderboards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262424" y="2838969"/>
            <a:ext cx="892016" cy="1754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unnel Display 600"/>
              </a:rPr>
              <a:t>Gamification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2512042" y="3306753"/>
            <a:ext cx="1642586" cy="292216"/>
            <a:chOff x="2599758" y="3303099"/>
            <a:chExt cx="1642586" cy="292216"/>
          </a:xfrm>
        </p:grpSpPr>
        <p:sp>
          <p:nvSpPr>
            <p:cNvPr id="26" name="TextBox 25"/>
            <p:cNvSpPr txBox="1"/>
            <p:nvPr/>
          </p:nvSpPr>
          <p:spPr>
            <a:xfrm>
              <a:off x="2599758" y="3303099"/>
              <a:ext cx="1642586" cy="146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Focus timer with session history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599758" y="3449212"/>
              <a:ext cx="1642586" cy="146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and validation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513925" y="3365170"/>
            <a:ext cx="1161221" cy="1754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unnel Display Regular"/>
              </a:rPr>
              <a:t>Pomodoro Timer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200207" y="3832955"/>
            <a:ext cx="1340519" cy="292216"/>
            <a:chOff x="2287923" y="3829301"/>
            <a:chExt cx="1340519" cy="292216"/>
          </a:xfrm>
        </p:grpSpPr>
        <p:sp>
          <p:nvSpPr>
            <p:cNvPr id="30" name="TextBox 29"/>
            <p:cNvSpPr txBox="1"/>
            <p:nvPr/>
          </p:nvSpPr>
          <p:spPr>
            <a:xfrm>
              <a:off x="2287923" y="3829301"/>
              <a:ext cx="1340519" cy="146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Full CRUD operations with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287923" y="3975414"/>
              <a:ext cx="1340519" cy="146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priority filtering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830425" y="3891370"/>
            <a:ext cx="1300400" cy="1754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unnel Display 600"/>
              </a:rPr>
              <a:t>Task Management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374612" y="4359156"/>
            <a:ext cx="1552213" cy="292216"/>
            <a:chOff x="1462328" y="4355502"/>
            <a:chExt cx="1552213" cy="292216"/>
          </a:xfrm>
        </p:grpSpPr>
        <p:sp>
          <p:nvSpPr>
            <p:cNvPr id="34" name="TextBox 33"/>
            <p:cNvSpPr txBox="1"/>
            <p:nvPr/>
          </p:nvSpPr>
          <p:spPr>
            <a:xfrm>
              <a:off x="1462328" y="4355502"/>
              <a:ext cx="1552213" cy="146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Secure JWT-based registration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62328" y="4501615"/>
              <a:ext cx="1552213" cy="146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FFFFFF"/>
                  </a:solidFill>
                  <a:latin typeface="Funnel Display 300"/>
                </a:rPr>
                <a:t>and login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356073" y="4417573"/>
            <a:ext cx="1021318" cy="1754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unnel Display Regular"/>
              </a:rPr>
              <a:t>Authentication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3935524" y="4545424"/>
            <a:ext cx="1022699" cy="132492"/>
            <a:chOff x="4077565" y="4460023"/>
            <a:chExt cx="1022699" cy="132492"/>
          </a:xfrm>
        </p:grpSpPr>
        <p:sp>
          <p:nvSpPr>
            <p:cNvPr id="2" name="Rounded Rectangle 1"/>
            <p:cNvSpPr/>
            <p:nvPr/>
          </p:nvSpPr>
          <p:spPr>
            <a:xfrm>
              <a:off x="4082328" y="4486693"/>
              <a:ext cx="1017936" cy="105822"/>
            </a:xfrm>
            <a:custGeom>
              <a:avLst/>
              <a:gdLst/>
              <a:ahLst/>
              <a:cxnLst/>
              <a:rect l="0" t="0" r="0" b="0"/>
              <a:pathLst>
                <a:path w="1017936" h="105822">
                  <a:moveTo>
                    <a:pt x="0" y="16002"/>
                  </a:moveTo>
                  <a:cubicBezTo>
                    <a:pt x="145446" y="73342"/>
                    <a:pt x="312229" y="105822"/>
                    <a:pt x="489680" y="105822"/>
                  </a:cubicBezTo>
                  <a:cubicBezTo>
                    <a:pt x="674846" y="105822"/>
                    <a:pt x="863631" y="67246"/>
                    <a:pt x="1017936" y="0"/>
                  </a:cubicBezTo>
                </a:path>
              </a:pathLst>
            </a:custGeom>
            <a:noFill/>
            <a:ln w="160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077565" y="4460023"/>
              <a:ext cx="83820" cy="123825"/>
            </a:xfrm>
            <a:custGeom>
              <a:avLst/>
              <a:gdLst/>
              <a:ahLst/>
              <a:cxnLst/>
              <a:rect l="0" t="0" r="0" b="0"/>
              <a:pathLst>
                <a:path w="83820" h="123825">
                  <a:moveTo>
                    <a:pt x="83820" y="0"/>
                  </a:moveTo>
                  <a:lnTo>
                    <a:pt x="0" y="40004"/>
                  </a:lnTo>
                  <a:lnTo>
                    <a:pt x="40004" y="123825"/>
                  </a:lnTo>
                </a:path>
              </a:pathLst>
            </a:custGeom>
            <a:noFill/>
            <a:ln w="160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933984" y="2801770"/>
            <a:ext cx="581024" cy="872489"/>
            <a:chOff x="5076025" y="2716369"/>
            <a:chExt cx="581024" cy="872489"/>
          </a:xfrm>
        </p:grpSpPr>
        <p:sp>
          <p:nvSpPr>
            <p:cNvPr id="5" name="Rounded Rectangle 4"/>
            <p:cNvSpPr/>
            <p:nvPr/>
          </p:nvSpPr>
          <p:spPr>
            <a:xfrm>
              <a:off x="5076025" y="2716369"/>
              <a:ext cx="520350" cy="867346"/>
            </a:xfrm>
            <a:custGeom>
              <a:avLst/>
              <a:gdLst/>
              <a:ahLst/>
              <a:cxnLst/>
              <a:rect l="0" t="0" r="0" b="0"/>
              <a:pathLst>
                <a:path w="520350" h="867346">
                  <a:moveTo>
                    <a:pt x="520350" y="867346"/>
                  </a:moveTo>
                  <a:cubicBezTo>
                    <a:pt x="511492" y="495204"/>
                    <a:pt x="304133" y="172116"/>
                    <a:pt x="0" y="0"/>
                  </a:cubicBezTo>
                </a:path>
              </a:pathLst>
            </a:custGeom>
            <a:noFill/>
            <a:ln w="160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25605" y="3519326"/>
              <a:ext cx="131444" cy="69532"/>
            </a:xfrm>
            <a:custGeom>
              <a:avLst/>
              <a:gdLst/>
              <a:ahLst/>
              <a:cxnLst/>
              <a:rect l="0" t="0" r="0" b="0"/>
              <a:pathLst>
                <a:path w="131444" h="69532">
                  <a:moveTo>
                    <a:pt x="0" y="8572"/>
                  </a:moveTo>
                  <a:lnTo>
                    <a:pt x="70484" y="69532"/>
                  </a:lnTo>
                  <a:lnTo>
                    <a:pt x="131444" y="0"/>
                  </a:lnTo>
                </a:path>
              </a:pathLst>
            </a:custGeom>
            <a:noFill/>
            <a:ln w="160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405278" y="2790760"/>
            <a:ext cx="503872" cy="869633"/>
            <a:chOff x="3547319" y="2705359"/>
            <a:chExt cx="503872" cy="869633"/>
          </a:xfrm>
        </p:grpSpPr>
        <p:sp>
          <p:nvSpPr>
            <p:cNvPr id="8" name="Rounded Rectangle 7"/>
            <p:cNvSpPr/>
            <p:nvPr/>
          </p:nvSpPr>
          <p:spPr>
            <a:xfrm>
              <a:off x="3547319" y="2728410"/>
              <a:ext cx="498824" cy="846582"/>
            </a:xfrm>
            <a:custGeom>
              <a:avLst/>
              <a:gdLst/>
              <a:ahLst/>
              <a:cxnLst/>
              <a:rect l="0" t="0" r="0" b="0"/>
              <a:pathLst>
                <a:path w="498824" h="846582">
                  <a:moveTo>
                    <a:pt x="498824" y="0"/>
                  </a:moveTo>
                  <a:cubicBezTo>
                    <a:pt x="200025" y="168687"/>
                    <a:pt x="0" y="476916"/>
                    <a:pt x="0" y="828960"/>
                  </a:cubicBezTo>
                  <a:cubicBezTo>
                    <a:pt x="0" y="834770"/>
                    <a:pt x="95" y="840771"/>
                    <a:pt x="190" y="846582"/>
                  </a:cubicBezTo>
                </a:path>
              </a:pathLst>
            </a:custGeom>
            <a:noFill/>
            <a:ln w="160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960704" y="2705359"/>
              <a:ext cx="90487" cy="111442"/>
            </a:xfrm>
            <a:custGeom>
              <a:avLst/>
              <a:gdLst/>
              <a:ahLst/>
              <a:cxnLst/>
              <a:rect l="0" t="0" r="0" b="0"/>
              <a:pathLst>
                <a:path w="90487" h="111442">
                  <a:moveTo>
                    <a:pt x="68580" y="111442"/>
                  </a:moveTo>
                  <a:lnTo>
                    <a:pt x="90487" y="20954"/>
                  </a:lnTo>
                  <a:lnTo>
                    <a:pt x="0" y="0"/>
                  </a:lnTo>
                </a:path>
              </a:pathLst>
            </a:custGeom>
            <a:noFill/>
            <a:ln w="160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3158202" y="3827409"/>
            <a:ext cx="768515" cy="768515"/>
          </a:xfrm>
          <a:custGeom>
            <a:avLst/>
            <a:gdLst/>
            <a:ahLst/>
            <a:cxnLst/>
            <a:rect l="0" t="0" r="0" b="0"/>
            <a:pathLst>
              <a:path w="768515" h="768515">
                <a:moveTo>
                  <a:pt x="768515" y="384257"/>
                </a:moveTo>
                <a:cubicBezTo>
                  <a:pt x="768515" y="172040"/>
                  <a:pt x="596474" y="0"/>
                  <a:pt x="384257" y="0"/>
                </a:cubicBezTo>
                <a:cubicBezTo>
                  <a:pt x="172040" y="0"/>
                  <a:pt x="0" y="172040"/>
                  <a:pt x="0" y="384257"/>
                </a:cubicBezTo>
                <a:cubicBezTo>
                  <a:pt x="0" y="596474"/>
                  <a:pt x="172040" y="768515"/>
                  <a:pt x="384257" y="768515"/>
                </a:cubicBezTo>
                <a:cubicBezTo>
                  <a:pt x="596474" y="768515"/>
                  <a:pt x="768515" y="596474"/>
                  <a:pt x="768515" y="384257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8202" y="3827409"/>
            <a:ext cx="768510" cy="768510"/>
          </a:xfrm>
          <a:custGeom>
            <a:avLst/>
            <a:gdLst/>
            <a:ahLst/>
            <a:cxnLst/>
            <a:rect l="0" t="0" r="0" b="0"/>
            <a:pathLst>
              <a:path w="768510" h="768510">
                <a:moveTo>
                  <a:pt x="768510" y="384255"/>
                </a:moveTo>
                <a:cubicBezTo>
                  <a:pt x="768510" y="172037"/>
                  <a:pt x="596474" y="0"/>
                  <a:pt x="384255" y="0"/>
                </a:cubicBezTo>
                <a:cubicBezTo>
                  <a:pt x="172037" y="0"/>
                  <a:pt x="0" y="172036"/>
                  <a:pt x="0" y="384255"/>
                </a:cubicBezTo>
                <a:cubicBezTo>
                  <a:pt x="0" y="596473"/>
                  <a:pt x="172036" y="768510"/>
                  <a:pt x="384255" y="768510"/>
                </a:cubicBezTo>
                <a:cubicBezTo>
                  <a:pt x="596473" y="768510"/>
                  <a:pt x="768510" y="596474"/>
                  <a:pt x="768510" y="384255"/>
                </a:cubicBezTo>
                <a:close/>
              </a:path>
            </a:pathLst>
          </a:custGeom>
          <a:noFill/>
          <a:ln w="16008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2469" y="3827409"/>
            <a:ext cx="768515" cy="768515"/>
          </a:xfrm>
          <a:custGeom>
            <a:avLst/>
            <a:gdLst/>
            <a:ahLst/>
            <a:cxnLst/>
            <a:rect l="0" t="0" r="0" b="0"/>
            <a:pathLst>
              <a:path w="768515" h="768515">
                <a:moveTo>
                  <a:pt x="768515" y="384257"/>
                </a:moveTo>
                <a:cubicBezTo>
                  <a:pt x="768515" y="172040"/>
                  <a:pt x="596474" y="0"/>
                  <a:pt x="384257" y="0"/>
                </a:cubicBezTo>
                <a:cubicBezTo>
                  <a:pt x="172040" y="0"/>
                  <a:pt x="0" y="172040"/>
                  <a:pt x="0" y="384257"/>
                </a:cubicBezTo>
                <a:cubicBezTo>
                  <a:pt x="0" y="596474"/>
                  <a:pt x="172040" y="768515"/>
                  <a:pt x="384257" y="768515"/>
                </a:cubicBezTo>
                <a:cubicBezTo>
                  <a:pt x="596474" y="768515"/>
                  <a:pt x="768515" y="596474"/>
                  <a:pt x="768515" y="384257"/>
                </a:cubicBez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2469" y="3827409"/>
            <a:ext cx="768510" cy="768510"/>
          </a:xfrm>
          <a:custGeom>
            <a:avLst/>
            <a:gdLst/>
            <a:ahLst/>
            <a:cxnLst/>
            <a:rect l="0" t="0" r="0" b="0"/>
            <a:pathLst>
              <a:path w="768510" h="768510">
                <a:moveTo>
                  <a:pt x="768510" y="384255"/>
                </a:moveTo>
                <a:cubicBezTo>
                  <a:pt x="768510" y="172037"/>
                  <a:pt x="596474" y="0"/>
                  <a:pt x="384255" y="0"/>
                </a:cubicBezTo>
                <a:cubicBezTo>
                  <a:pt x="172037" y="0"/>
                  <a:pt x="0" y="172036"/>
                  <a:pt x="0" y="384255"/>
                </a:cubicBezTo>
                <a:cubicBezTo>
                  <a:pt x="0" y="596473"/>
                  <a:pt x="172036" y="768510"/>
                  <a:pt x="384255" y="768510"/>
                </a:cubicBezTo>
                <a:cubicBezTo>
                  <a:pt x="596473" y="768510"/>
                  <a:pt x="768510" y="596474"/>
                  <a:pt x="768510" y="384255"/>
                </a:cubicBezTo>
                <a:close/>
              </a:path>
            </a:pathLst>
          </a:custGeom>
          <a:noFill/>
          <a:ln w="16008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45703" y="2295726"/>
            <a:ext cx="768515" cy="768515"/>
          </a:xfrm>
          <a:custGeom>
            <a:avLst/>
            <a:gdLst/>
            <a:ahLst/>
            <a:cxnLst/>
            <a:rect l="0" t="0" r="0" b="0"/>
            <a:pathLst>
              <a:path w="768515" h="768515">
                <a:moveTo>
                  <a:pt x="384257" y="0"/>
                </a:moveTo>
                <a:cubicBezTo>
                  <a:pt x="596474" y="0"/>
                  <a:pt x="768515" y="172040"/>
                  <a:pt x="768515" y="384257"/>
                </a:cubicBezTo>
                <a:cubicBezTo>
                  <a:pt x="768515" y="596474"/>
                  <a:pt x="596474" y="768515"/>
                  <a:pt x="384257" y="768515"/>
                </a:cubicBezTo>
                <a:cubicBezTo>
                  <a:pt x="172040" y="768515"/>
                  <a:pt x="0" y="596474"/>
                  <a:pt x="0" y="384257"/>
                </a:cubicBezTo>
                <a:cubicBezTo>
                  <a:pt x="0" y="172040"/>
                  <a:pt x="172040" y="0"/>
                  <a:pt x="384257" y="0"/>
                </a:cubicBez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45703" y="2295726"/>
            <a:ext cx="768510" cy="768510"/>
          </a:xfrm>
          <a:custGeom>
            <a:avLst/>
            <a:gdLst/>
            <a:ahLst/>
            <a:cxnLst/>
            <a:rect l="0" t="0" r="0" b="0"/>
            <a:pathLst>
              <a:path w="768510" h="768510">
                <a:moveTo>
                  <a:pt x="384255" y="0"/>
                </a:moveTo>
                <a:cubicBezTo>
                  <a:pt x="596473" y="0"/>
                  <a:pt x="768510" y="172037"/>
                  <a:pt x="768510" y="384255"/>
                </a:cubicBezTo>
                <a:cubicBezTo>
                  <a:pt x="768510" y="596473"/>
                  <a:pt x="596473" y="768510"/>
                  <a:pt x="384255" y="768510"/>
                </a:cubicBezTo>
                <a:cubicBezTo>
                  <a:pt x="172037" y="768510"/>
                  <a:pt x="0" y="596473"/>
                  <a:pt x="0" y="384255"/>
                </a:cubicBezTo>
                <a:cubicBezTo>
                  <a:pt x="0" y="172037"/>
                  <a:pt x="172037" y="0"/>
                  <a:pt x="384255" y="0"/>
                </a:cubicBezTo>
                <a:close/>
              </a:path>
            </a:pathLst>
          </a:custGeom>
          <a:noFill/>
          <a:ln w="16008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2395" y="456876"/>
            <a:ext cx="291512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 600"/>
              </a:rPr>
              <a:t>TaskFlow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5286" y="1228401"/>
            <a:ext cx="1469345" cy="25617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Funnel Display Regular"/>
              </a:rPr>
              <a:t>Secure Access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403164" y="1612658"/>
            <a:ext cx="2053590" cy="426899"/>
            <a:chOff x="3545205" y="1527257"/>
            <a:chExt cx="2053590" cy="426899"/>
          </a:xfrm>
        </p:grpSpPr>
        <p:sp>
          <p:nvSpPr>
            <p:cNvPr id="19" name="TextBox 18"/>
            <p:cNvSpPr txBox="1"/>
            <p:nvPr/>
          </p:nvSpPr>
          <p:spPr>
            <a:xfrm>
              <a:off x="3545205" y="1527257"/>
              <a:ext cx="2053590" cy="21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 300"/>
                </a:rPr>
                <a:t>Protect user data with JWT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545205" y="1740712"/>
              <a:ext cx="2053590" cy="213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Funnel Display 300"/>
                </a:rPr>
                <a:t>and hashing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4205810" y="2433798"/>
            <a:ext cx="448297" cy="493171"/>
          </a:xfrm>
          <a:custGeom>
            <a:avLst/>
            <a:gdLst/>
            <a:ahLst/>
            <a:cxnLst/>
            <a:rect l="0" t="0" r="0" b="0"/>
            <a:pathLst>
              <a:path w="448297" h="493171">
                <a:moveTo>
                  <a:pt x="0" y="70493"/>
                </a:moveTo>
                <a:lnTo>
                  <a:pt x="0" y="233588"/>
                </a:lnTo>
                <a:cubicBezTo>
                  <a:pt x="1264" y="343960"/>
                  <a:pt x="71365" y="441778"/>
                  <a:pt x="175476" y="478444"/>
                </a:cubicBezTo>
                <a:lnTo>
                  <a:pt x="199385" y="487196"/>
                </a:lnTo>
                <a:cubicBezTo>
                  <a:pt x="215353" y="493171"/>
                  <a:pt x="232943" y="493171"/>
                  <a:pt x="248912" y="487196"/>
                </a:cubicBezTo>
                <a:lnTo>
                  <a:pt x="272821" y="478444"/>
                </a:lnTo>
                <a:cubicBezTo>
                  <a:pt x="376932" y="441778"/>
                  <a:pt x="447033" y="343960"/>
                  <a:pt x="448297" y="233588"/>
                </a:cubicBezTo>
                <a:lnTo>
                  <a:pt x="448297" y="70493"/>
                </a:lnTo>
                <a:cubicBezTo>
                  <a:pt x="448234" y="57462"/>
                  <a:pt x="440431" y="45716"/>
                  <a:pt x="428444" y="40606"/>
                </a:cubicBezTo>
                <a:cubicBezTo>
                  <a:pt x="363758" y="13582"/>
                  <a:pt x="294250" y="0"/>
                  <a:pt x="224148" y="686"/>
                </a:cubicBezTo>
                <a:cubicBezTo>
                  <a:pt x="154047" y="0"/>
                  <a:pt x="84539" y="13582"/>
                  <a:pt x="19853" y="40606"/>
                </a:cubicBezTo>
                <a:cubicBezTo>
                  <a:pt x="7866" y="45716"/>
                  <a:pt x="63" y="57462"/>
                  <a:pt x="0" y="70493"/>
                </a:cubicBezTo>
                <a:close/>
                <a:moveTo>
                  <a:pt x="149432" y="171467"/>
                </a:moveTo>
                <a:lnTo>
                  <a:pt x="298865" y="171467"/>
                </a:lnTo>
                <a:cubicBezTo>
                  <a:pt x="298865" y="171467"/>
                  <a:pt x="320212" y="171467"/>
                  <a:pt x="320212" y="192814"/>
                </a:cubicBezTo>
                <a:lnTo>
                  <a:pt x="320212" y="320899"/>
                </a:lnTo>
                <a:cubicBezTo>
                  <a:pt x="320212" y="320899"/>
                  <a:pt x="320212" y="342247"/>
                  <a:pt x="298865" y="342247"/>
                </a:cubicBezTo>
                <a:lnTo>
                  <a:pt x="149432" y="342247"/>
                </a:lnTo>
                <a:cubicBezTo>
                  <a:pt x="149432" y="342247"/>
                  <a:pt x="128085" y="342247"/>
                  <a:pt x="128085" y="320899"/>
                </a:cubicBezTo>
                <a:lnTo>
                  <a:pt x="128085" y="192814"/>
                </a:lnTo>
                <a:cubicBezTo>
                  <a:pt x="128085" y="192814"/>
                  <a:pt x="128085" y="171467"/>
                  <a:pt x="149432" y="171467"/>
                </a:cubicBezTo>
                <a:moveTo>
                  <a:pt x="197464" y="256857"/>
                </a:moveTo>
                <a:cubicBezTo>
                  <a:pt x="197464" y="271594"/>
                  <a:pt x="209411" y="283541"/>
                  <a:pt x="224148" y="283541"/>
                </a:cubicBezTo>
                <a:cubicBezTo>
                  <a:pt x="238886" y="283541"/>
                  <a:pt x="250833" y="271594"/>
                  <a:pt x="250833" y="256857"/>
                </a:cubicBezTo>
                <a:cubicBezTo>
                  <a:pt x="250833" y="242119"/>
                  <a:pt x="238886" y="230172"/>
                  <a:pt x="224148" y="230172"/>
                </a:cubicBezTo>
                <a:cubicBezTo>
                  <a:pt x="209411" y="230172"/>
                  <a:pt x="197464" y="242119"/>
                  <a:pt x="197464" y="256857"/>
                </a:cubicBezTo>
                <a:moveTo>
                  <a:pt x="277517" y="139445"/>
                </a:moveTo>
                <a:lnTo>
                  <a:pt x="277517" y="171467"/>
                </a:lnTo>
                <a:lnTo>
                  <a:pt x="170780" y="171467"/>
                </a:lnTo>
                <a:lnTo>
                  <a:pt x="170780" y="139445"/>
                </a:lnTo>
                <a:cubicBezTo>
                  <a:pt x="170780" y="109971"/>
                  <a:pt x="194674" y="86077"/>
                  <a:pt x="224148" y="86077"/>
                </a:cubicBezTo>
                <a:cubicBezTo>
                  <a:pt x="253623" y="86077"/>
                  <a:pt x="277517" y="109971"/>
                  <a:pt x="277517" y="139445"/>
                </a:cubicBezTo>
                <a:close/>
              </a:path>
            </a:pathLst>
          </a:custGeom>
          <a:noFill/>
          <a:ln w="1600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7877" y="3875469"/>
            <a:ext cx="1294095" cy="25617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Funnel Display Regular"/>
              </a:rPr>
              <a:t>Organization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87866" y="3998388"/>
            <a:ext cx="490992" cy="437209"/>
          </a:xfrm>
          <a:custGeom>
            <a:avLst/>
            <a:gdLst/>
            <a:ahLst/>
            <a:cxnLst/>
            <a:rect l="0" t="0" r="0" b="0"/>
            <a:pathLst>
              <a:path w="490992" h="437209">
                <a:moveTo>
                  <a:pt x="266843" y="116996"/>
                </a:moveTo>
                <a:lnTo>
                  <a:pt x="10673" y="116996"/>
                </a:lnTo>
                <a:cubicBezTo>
                  <a:pt x="4778" y="116996"/>
                  <a:pt x="0" y="112218"/>
                  <a:pt x="0" y="106323"/>
                </a:cubicBezTo>
                <a:lnTo>
                  <a:pt x="0" y="42280"/>
                </a:lnTo>
                <a:cubicBezTo>
                  <a:pt x="0" y="36385"/>
                  <a:pt x="4778" y="31606"/>
                  <a:pt x="10673" y="31606"/>
                </a:cubicBezTo>
                <a:lnTo>
                  <a:pt x="266843" y="31606"/>
                </a:lnTo>
                <a:moveTo>
                  <a:pt x="309965" y="67897"/>
                </a:moveTo>
                <a:cubicBezTo>
                  <a:pt x="309959" y="105394"/>
                  <a:pt x="340354" y="135795"/>
                  <a:pt x="377851" y="135795"/>
                </a:cubicBezTo>
                <a:cubicBezTo>
                  <a:pt x="415347" y="135795"/>
                  <a:pt x="445743" y="105394"/>
                  <a:pt x="445736" y="67897"/>
                </a:cubicBezTo>
                <a:cubicBezTo>
                  <a:pt x="445743" y="30400"/>
                  <a:pt x="415347" y="0"/>
                  <a:pt x="377851" y="0"/>
                </a:cubicBezTo>
                <a:cubicBezTo>
                  <a:pt x="340354" y="0"/>
                  <a:pt x="309959" y="30400"/>
                  <a:pt x="309965" y="67897"/>
                </a:cubicBezTo>
                <a:close/>
                <a:moveTo>
                  <a:pt x="425861" y="115908"/>
                </a:moveTo>
                <a:lnTo>
                  <a:pt x="490992" y="181039"/>
                </a:lnTo>
                <a:moveTo>
                  <a:pt x="0" y="309124"/>
                </a:moveTo>
                <a:cubicBezTo>
                  <a:pt x="0" y="320914"/>
                  <a:pt x="9557" y="330471"/>
                  <a:pt x="21347" y="330471"/>
                </a:cubicBezTo>
                <a:cubicBezTo>
                  <a:pt x="33137" y="330471"/>
                  <a:pt x="42695" y="320914"/>
                  <a:pt x="42695" y="309124"/>
                </a:cubicBezTo>
                <a:cubicBezTo>
                  <a:pt x="42695" y="297334"/>
                  <a:pt x="33137" y="287776"/>
                  <a:pt x="21347" y="287776"/>
                </a:cubicBezTo>
                <a:cubicBezTo>
                  <a:pt x="9557" y="287776"/>
                  <a:pt x="0" y="297334"/>
                  <a:pt x="0" y="309124"/>
                </a:cubicBezTo>
                <a:close/>
                <a:moveTo>
                  <a:pt x="0" y="415862"/>
                </a:moveTo>
                <a:cubicBezTo>
                  <a:pt x="0" y="427651"/>
                  <a:pt x="9557" y="437209"/>
                  <a:pt x="21347" y="437209"/>
                </a:cubicBezTo>
                <a:cubicBezTo>
                  <a:pt x="33137" y="437209"/>
                  <a:pt x="42695" y="427651"/>
                  <a:pt x="42695" y="415862"/>
                </a:cubicBezTo>
                <a:cubicBezTo>
                  <a:pt x="42695" y="404072"/>
                  <a:pt x="33137" y="394514"/>
                  <a:pt x="21347" y="394514"/>
                </a:cubicBezTo>
                <a:cubicBezTo>
                  <a:pt x="9557" y="394514"/>
                  <a:pt x="0" y="404072"/>
                  <a:pt x="0" y="415862"/>
                </a:cubicBezTo>
                <a:close/>
                <a:moveTo>
                  <a:pt x="85390" y="309124"/>
                </a:moveTo>
                <a:lnTo>
                  <a:pt x="320212" y="309124"/>
                </a:lnTo>
                <a:moveTo>
                  <a:pt x="0" y="202386"/>
                </a:moveTo>
                <a:cubicBezTo>
                  <a:pt x="0" y="214176"/>
                  <a:pt x="9557" y="223734"/>
                  <a:pt x="21347" y="223734"/>
                </a:cubicBezTo>
                <a:cubicBezTo>
                  <a:pt x="33137" y="223734"/>
                  <a:pt x="42695" y="214176"/>
                  <a:pt x="42695" y="202386"/>
                </a:cubicBezTo>
                <a:cubicBezTo>
                  <a:pt x="42695" y="190596"/>
                  <a:pt x="33137" y="181039"/>
                  <a:pt x="21347" y="181039"/>
                </a:cubicBezTo>
                <a:cubicBezTo>
                  <a:pt x="9557" y="181039"/>
                  <a:pt x="0" y="190596"/>
                  <a:pt x="0" y="202386"/>
                </a:cubicBezTo>
                <a:close/>
                <a:moveTo>
                  <a:pt x="85390" y="202386"/>
                </a:moveTo>
                <a:lnTo>
                  <a:pt x="320212" y="202386"/>
                </a:lnTo>
                <a:moveTo>
                  <a:pt x="85390" y="415862"/>
                </a:moveTo>
                <a:lnTo>
                  <a:pt x="320212" y="415862"/>
                </a:lnTo>
              </a:path>
            </a:pathLst>
          </a:custGeom>
          <a:noFill/>
          <a:ln w="1600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81058" y="3971503"/>
            <a:ext cx="486593" cy="490992"/>
          </a:xfrm>
          <a:custGeom>
            <a:avLst/>
            <a:gdLst/>
            <a:ahLst/>
            <a:cxnLst/>
            <a:rect l="0" t="0" r="0" b="0"/>
            <a:pathLst>
              <a:path w="486593" h="490992">
                <a:moveTo>
                  <a:pt x="330886" y="469645"/>
                </a:moveTo>
                <a:lnTo>
                  <a:pt x="256170" y="490992"/>
                </a:lnTo>
                <a:lnTo>
                  <a:pt x="277517" y="416276"/>
                </a:lnTo>
                <a:lnTo>
                  <a:pt x="430088" y="263684"/>
                </a:lnTo>
                <a:cubicBezTo>
                  <a:pt x="432090" y="261676"/>
                  <a:pt x="434809" y="260548"/>
                  <a:pt x="437645" y="260548"/>
                </a:cubicBezTo>
                <a:cubicBezTo>
                  <a:pt x="440481" y="260548"/>
                  <a:pt x="443200" y="261676"/>
                  <a:pt x="445202" y="263684"/>
                </a:cubicBezTo>
                <a:lnTo>
                  <a:pt x="483457" y="301939"/>
                </a:lnTo>
                <a:cubicBezTo>
                  <a:pt x="485464" y="303941"/>
                  <a:pt x="486593" y="306660"/>
                  <a:pt x="486593" y="309496"/>
                </a:cubicBezTo>
                <a:cubicBezTo>
                  <a:pt x="486593" y="312331"/>
                  <a:pt x="485464" y="315050"/>
                  <a:pt x="483457" y="317053"/>
                </a:cubicBezTo>
                <a:close/>
                <a:moveTo>
                  <a:pt x="394950" y="298843"/>
                </a:moveTo>
                <a:lnTo>
                  <a:pt x="448319" y="352212"/>
                </a:lnTo>
                <a:moveTo>
                  <a:pt x="277517" y="416297"/>
                </a:moveTo>
                <a:lnTo>
                  <a:pt x="330886" y="469666"/>
                </a:lnTo>
                <a:moveTo>
                  <a:pt x="64042" y="149432"/>
                </a:moveTo>
                <a:lnTo>
                  <a:pt x="64042" y="213475"/>
                </a:lnTo>
                <a:lnTo>
                  <a:pt x="170780" y="213475"/>
                </a:lnTo>
                <a:lnTo>
                  <a:pt x="170780" y="149432"/>
                </a:lnTo>
                <a:close/>
                <a:moveTo>
                  <a:pt x="64042" y="256170"/>
                </a:moveTo>
                <a:lnTo>
                  <a:pt x="64042" y="320212"/>
                </a:lnTo>
                <a:lnTo>
                  <a:pt x="170780" y="320212"/>
                </a:lnTo>
                <a:lnTo>
                  <a:pt x="170780" y="256170"/>
                </a:lnTo>
                <a:close/>
                <a:moveTo>
                  <a:pt x="64042" y="362907"/>
                </a:moveTo>
                <a:lnTo>
                  <a:pt x="64042" y="426950"/>
                </a:lnTo>
                <a:lnTo>
                  <a:pt x="170780" y="426950"/>
                </a:lnTo>
                <a:lnTo>
                  <a:pt x="170780" y="362907"/>
                </a:lnTo>
                <a:close/>
                <a:moveTo>
                  <a:pt x="202801" y="490992"/>
                </a:moveTo>
                <a:lnTo>
                  <a:pt x="21347" y="490992"/>
                </a:lnTo>
                <a:cubicBezTo>
                  <a:pt x="9557" y="490992"/>
                  <a:pt x="0" y="481435"/>
                  <a:pt x="0" y="469645"/>
                </a:cubicBezTo>
                <a:lnTo>
                  <a:pt x="0" y="21347"/>
                </a:lnTo>
                <a:cubicBezTo>
                  <a:pt x="0" y="9557"/>
                  <a:pt x="9557" y="0"/>
                  <a:pt x="21347" y="0"/>
                </a:cubicBezTo>
                <a:lnTo>
                  <a:pt x="225984" y="0"/>
                </a:lnTo>
                <a:cubicBezTo>
                  <a:pt x="231646" y="1"/>
                  <a:pt x="237074" y="2251"/>
                  <a:pt x="241077" y="6254"/>
                </a:cubicBezTo>
                <a:lnTo>
                  <a:pt x="356653" y="121830"/>
                </a:lnTo>
                <a:cubicBezTo>
                  <a:pt x="360656" y="125832"/>
                  <a:pt x="362906" y="131261"/>
                  <a:pt x="362907" y="136922"/>
                </a:cubicBezTo>
                <a:lnTo>
                  <a:pt x="362907" y="266843"/>
                </a:lnTo>
                <a:moveTo>
                  <a:pt x="234822" y="1921"/>
                </a:moveTo>
                <a:lnTo>
                  <a:pt x="234822" y="106737"/>
                </a:lnTo>
                <a:cubicBezTo>
                  <a:pt x="234822" y="118527"/>
                  <a:pt x="244380" y="128085"/>
                  <a:pt x="256170" y="128085"/>
                </a:cubicBezTo>
                <a:lnTo>
                  <a:pt x="360986" y="128085"/>
                </a:lnTo>
                <a:moveTo>
                  <a:pt x="170780" y="384255"/>
                </a:moveTo>
                <a:lnTo>
                  <a:pt x="213475" y="384255"/>
                </a:lnTo>
                <a:cubicBezTo>
                  <a:pt x="225265" y="384255"/>
                  <a:pt x="234822" y="374697"/>
                  <a:pt x="234822" y="362907"/>
                </a:cubicBezTo>
                <a:lnTo>
                  <a:pt x="234822" y="192127"/>
                </a:lnTo>
                <a:cubicBezTo>
                  <a:pt x="234822" y="180337"/>
                  <a:pt x="225265" y="170780"/>
                  <a:pt x="213475" y="170780"/>
                </a:cubicBezTo>
                <a:lnTo>
                  <a:pt x="170780" y="170780"/>
                </a:lnTo>
                <a:moveTo>
                  <a:pt x="170780" y="277517"/>
                </a:moveTo>
                <a:lnTo>
                  <a:pt x="288191" y="277517"/>
                </a:lnTo>
              </a:path>
            </a:pathLst>
          </a:custGeom>
          <a:noFill/>
          <a:ln w="1600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7945" y="3875469"/>
            <a:ext cx="1414824" cy="25617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Funnel Display 600"/>
              </a:rPr>
              <a:t>Task Lifecycle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155075" y="4259724"/>
            <a:ext cx="1846897" cy="426899"/>
            <a:chOff x="1297116" y="4174323"/>
            <a:chExt cx="1846897" cy="426899"/>
          </a:xfrm>
        </p:grpSpPr>
        <p:sp>
          <p:nvSpPr>
            <p:cNvPr id="27" name="TextBox 26"/>
            <p:cNvSpPr txBox="1"/>
            <p:nvPr/>
          </p:nvSpPr>
          <p:spPr>
            <a:xfrm>
              <a:off x="1297116" y="4174323"/>
              <a:ext cx="1846897" cy="21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200" b="0">
                  <a:solidFill>
                    <a:srgbClr val="FFFFFF"/>
                  </a:solidFill>
                  <a:latin typeface="Funnel Display 300"/>
                </a:rPr>
                <a:t>Filter tasks by status and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97116" y="4387778"/>
              <a:ext cx="1846897" cy="213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200" b="0">
                  <a:solidFill>
                    <a:srgbClr val="FFFFFF"/>
                  </a:solidFill>
                  <a:latin typeface="Funnel Display 300"/>
                </a:rPr>
                <a:t>priority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857945" y="4259724"/>
            <a:ext cx="2130980" cy="426899"/>
            <a:chOff x="5999986" y="4174323"/>
            <a:chExt cx="2130980" cy="426899"/>
          </a:xfrm>
        </p:grpSpPr>
        <p:sp>
          <p:nvSpPr>
            <p:cNvPr id="30" name="TextBox 29"/>
            <p:cNvSpPr txBox="1"/>
            <p:nvPr/>
          </p:nvSpPr>
          <p:spPr>
            <a:xfrm>
              <a:off x="5999986" y="4174323"/>
              <a:ext cx="2130980" cy="21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 300"/>
                </a:rPr>
                <a:t>Manage tasks from creation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999986" y="4387778"/>
              <a:ext cx="2130980" cy="213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Funnel Display 300"/>
                </a:rPr>
                <a:t>to deletion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3931057" y="1151579"/>
            <a:ext cx="1241336" cy="2172243"/>
            <a:chOff x="3951359" y="1151594"/>
            <a:chExt cx="1241336" cy="2172243"/>
          </a:xfrm>
        </p:grpSpPr>
        <p:sp>
          <p:nvSpPr>
            <p:cNvPr id="2" name="Rounded Rectangle 1"/>
            <p:cNvSpPr/>
            <p:nvPr/>
          </p:nvSpPr>
          <p:spPr>
            <a:xfrm>
              <a:off x="4054800" y="2289432"/>
              <a:ext cx="1034395" cy="1034405"/>
            </a:xfrm>
            <a:custGeom>
              <a:avLst/>
              <a:gdLst/>
              <a:ahLst/>
              <a:cxnLst/>
              <a:rect l="0" t="0" r="0" b="0"/>
              <a:pathLst>
                <a:path w="1034395" h="1034405">
                  <a:moveTo>
                    <a:pt x="0" y="517207"/>
                  </a:moveTo>
                  <a:cubicBezTo>
                    <a:pt x="0" y="802843"/>
                    <a:pt x="231552" y="1034405"/>
                    <a:pt x="517197" y="1034405"/>
                  </a:cubicBezTo>
                  <a:cubicBezTo>
                    <a:pt x="802843" y="1034405"/>
                    <a:pt x="1034395" y="802843"/>
                    <a:pt x="1034395" y="517207"/>
                  </a:cubicBezTo>
                  <a:cubicBezTo>
                    <a:pt x="1034395" y="231562"/>
                    <a:pt x="802843" y="0"/>
                    <a:pt x="517197" y="0"/>
                  </a:cubicBezTo>
                  <a:cubicBezTo>
                    <a:pt x="231552" y="0"/>
                    <a:pt x="0" y="231562"/>
                    <a:pt x="0" y="517207"/>
                  </a:cubicBezTo>
                </a:path>
              </a:pathLst>
            </a:custGeom>
            <a:solidFill>
              <a:srgbClr val="7E56FF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951359" y="1151594"/>
              <a:ext cx="1241336" cy="961186"/>
            </a:xfrm>
            <a:custGeom>
              <a:avLst/>
              <a:gdLst/>
              <a:ahLst/>
              <a:cxnLst/>
              <a:rect l="0" t="0" r="0" b="0"/>
              <a:pathLst>
                <a:path w="1241336" h="961186">
                  <a:moveTo>
                    <a:pt x="620668" y="0"/>
                  </a:moveTo>
                  <a:cubicBezTo>
                    <a:pt x="963453" y="0"/>
                    <a:pt x="1241336" y="277882"/>
                    <a:pt x="1241336" y="620668"/>
                  </a:cubicBezTo>
                  <a:lnTo>
                    <a:pt x="1241336" y="961186"/>
                  </a:lnTo>
                  <a:cubicBezTo>
                    <a:pt x="1179299" y="905656"/>
                    <a:pt x="1109757" y="858316"/>
                    <a:pt x="1034434" y="820883"/>
                  </a:cubicBezTo>
                  <a:lnTo>
                    <a:pt x="1034434" y="620668"/>
                  </a:lnTo>
                  <a:cubicBezTo>
                    <a:pt x="1034434" y="392153"/>
                    <a:pt x="849182" y="206911"/>
                    <a:pt x="620668" y="206911"/>
                  </a:cubicBezTo>
                  <a:cubicBezTo>
                    <a:pt x="392153" y="206911"/>
                    <a:pt x="206911" y="392153"/>
                    <a:pt x="206911" y="620668"/>
                  </a:cubicBezTo>
                  <a:lnTo>
                    <a:pt x="206911" y="820883"/>
                  </a:lnTo>
                  <a:cubicBezTo>
                    <a:pt x="131578" y="858316"/>
                    <a:pt x="62045" y="905656"/>
                    <a:pt x="0" y="961186"/>
                  </a:cubicBezTo>
                  <a:lnTo>
                    <a:pt x="0" y="620668"/>
                  </a:lnTo>
                  <a:cubicBezTo>
                    <a:pt x="0" y="277882"/>
                    <a:pt x="277882" y="0"/>
                    <a:pt x="620668" y="0"/>
                  </a:cubicBezTo>
                </a:path>
              </a:pathLst>
            </a:custGeom>
            <a:solidFill>
              <a:srgbClr val="7E56FF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931057" y="1151579"/>
            <a:ext cx="1241340" cy="2172243"/>
            <a:chOff x="3951359" y="1151594"/>
            <a:chExt cx="1241340" cy="2172243"/>
          </a:xfrm>
        </p:grpSpPr>
        <p:sp>
          <p:nvSpPr>
            <p:cNvPr id="5" name="Rounded Rectangle 4"/>
            <p:cNvSpPr/>
            <p:nvPr/>
          </p:nvSpPr>
          <p:spPr>
            <a:xfrm>
              <a:off x="4054799" y="2289436"/>
              <a:ext cx="1034401" cy="1034401"/>
            </a:xfrm>
            <a:custGeom>
              <a:avLst/>
              <a:gdLst/>
              <a:ahLst/>
              <a:cxnLst/>
              <a:rect l="0" t="0" r="0" b="0"/>
              <a:pathLst>
                <a:path w="1034401" h="1034401">
                  <a:moveTo>
                    <a:pt x="0" y="517200"/>
                  </a:moveTo>
                  <a:cubicBezTo>
                    <a:pt x="0" y="802842"/>
                    <a:pt x="231558" y="1034401"/>
                    <a:pt x="517200" y="1034401"/>
                  </a:cubicBezTo>
                  <a:cubicBezTo>
                    <a:pt x="802842" y="1034401"/>
                    <a:pt x="1034401" y="802842"/>
                    <a:pt x="1034401" y="517200"/>
                  </a:cubicBezTo>
                  <a:cubicBezTo>
                    <a:pt x="1034401" y="231558"/>
                    <a:pt x="802842" y="0"/>
                    <a:pt x="517200" y="0"/>
                  </a:cubicBezTo>
                  <a:cubicBezTo>
                    <a:pt x="231558" y="0"/>
                    <a:pt x="0" y="231558"/>
                    <a:pt x="0" y="517200"/>
                  </a:cubicBezTo>
                </a:path>
              </a:pathLst>
            </a:custGeom>
            <a:noFill/>
            <a:ln w="12930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51359" y="1151594"/>
              <a:ext cx="1241340" cy="961188"/>
            </a:xfrm>
            <a:custGeom>
              <a:avLst/>
              <a:gdLst/>
              <a:ahLst/>
              <a:cxnLst/>
              <a:rect l="0" t="0" r="0" b="0"/>
              <a:pathLst>
                <a:path w="1241340" h="961188">
                  <a:moveTo>
                    <a:pt x="620670" y="0"/>
                  </a:moveTo>
                  <a:cubicBezTo>
                    <a:pt x="963457" y="0"/>
                    <a:pt x="1241340" y="277883"/>
                    <a:pt x="1241340" y="620670"/>
                  </a:cubicBezTo>
                  <a:lnTo>
                    <a:pt x="1241340" y="961188"/>
                  </a:lnTo>
                  <a:cubicBezTo>
                    <a:pt x="1179296" y="905652"/>
                    <a:pt x="1109758" y="858315"/>
                    <a:pt x="1034430" y="820881"/>
                  </a:cubicBezTo>
                  <a:lnTo>
                    <a:pt x="1034430" y="620670"/>
                  </a:lnTo>
                  <a:cubicBezTo>
                    <a:pt x="1034430" y="392157"/>
                    <a:pt x="849184" y="206909"/>
                    <a:pt x="620670" y="206909"/>
                  </a:cubicBezTo>
                  <a:cubicBezTo>
                    <a:pt x="392157" y="206909"/>
                    <a:pt x="206909" y="392157"/>
                    <a:pt x="206909" y="620670"/>
                  </a:cubicBezTo>
                  <a:lnTo>
                    <a:pt x="206909" y="820881"/>
                  </a:lnTo>
                  <a:cubicBezTo>
                    <a:pt x="131582" y="858315"/>
                    <a:pt x="62045" y="905652"/>
                    <a:pt x="0" y="961188"/>
                  </a:cubicBezTo>
                  <a:lnTo>
                    <a:pt x="0" y="620670"/>
                  </a:lnTo>
                  <a:cubicBezTo>
                    <a:pt x="0" y="277883"/>
                    <a:pt x="277883" y="0"/>
                    <a:pt x="620670" y="0"/>
                  </a:cubicBezTo>
                  <a:close/>
                </a:path>
              </a:pathLst>
            </a:custGeom>
            <a:noFill/>
            <a:ln w="12930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3620736" y="1875661"/>
            <a:ext cx="930573" cy="1396326"/>
          </a:xfrm>
          <a:custGeom>
            <a:avLst/>
            <a:gdLst/>
            <a:ahLst/>
            <a:cxnLst/>
            <a:rect l="0" t="0" r="0" b="0"/>
            <a:pathLst>
              <a:path w="930573" h="1396326">
                <a:moveTo>
                  <a:pt x="672645" y="482565"/>
                </a:moveTo>
                <a:cubicBezTo>
                  <a:pt x="754037" y="435578"/>
                  <a:pt x="842895" y="413223"/>
                  <a:pt x="930573" y="413194"/>
                </a:cubicBezTo>
                <a:lnTo>
                  <a:pt x="930573" y="0"/>
                </a:lnTo>
                <a:cubicBezTo>
                  <a:pt x="416337" y="466"/>
                  <a:pt x="0" y="417090"/>
                  <a:pt x="0" y="930963"/>
                </a:cubicBezTo>
                <a:cubicBezTo>
                  <a:pt x="0" y="1100480"/>
                  <a:pt x="45310" y="1259424"/>
                  <a:pt x="124482" y="1396326"/>
                </a:cubicBezTo>
                <a:lnTo>
                  <a:pt x="483365" y="1189129"/>
                </a:lnTo>
                <a:cubicBezTo>
                  <a:pt x="340518" y="941708"/>
                  <a:pt x="425272" y="625392"/>
                  <a:pt x="672645" y="482565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20736" y="1875661"/>
            <a:ext cx="930577" cy="1396329"/>
          </a:xfrm>
          <a:custGeom>
            <a:avLst/>
            <a:gdLst/>
            <a:ahLst/>
            <a:cxnLst/>
            <a:rect l="0" t="0" r="0" b="0"/>
            <a:pathLst>
              <a:path w="930577" h="1396329">
                <a:moveTo>
                  <a:pt x="672645" y="482568"/>
                </a:moveTo>
                <a:cubicBezTo>
                  <a:pt x="754038" y="435576"/>
                  <a:pt x="842894" y="413220"/>
                  <a:pt x="930577" y="413189"/>
                </a:cubicBezTo>
                <a:lnTo>
                  <a:pt x="930093" y="0"/>
                </a:lnTo>
                <a:cubicBezTo>
                  <a:pt x="416337" y="468"/>
                  <a:pt x="0" y="417094"/>
                  <a:pt x="0" y="930961"/>
                </a:cubicBezTo>
                <a:cubicBezTo>
                  <a:pt x="0" y="1100483"/>
                  <a:pt x="45310" y="1259422"/>
                  <a:pt x="124481" y="1396329"/>
                </a:cubicBezTo>
                <a:lnTo>
                  <a:pt x="483365" y="1189127"/>
                </a:lnTo>
                <a:lnTo>
                  <a:pt x="483336" y="1189077"/>
                </a:lnTo>
                <a:cubicBezTo>
                  <a:pt x="340515" y="941704"/>
                  <a:pt x="425271" y="625388"/>
                  <a:pt x="672645" y="482568"/>
                </a:cubicBezTo>
                <a:close/>
              </a:path>
            </a:pathLst>
          </a:custGeom>
          <a:noFill/>
          <a:ln w="1293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5649" y="3064831"/>
            <a:ext cx="1612525" cy="672750"/>
          </a:xfrm>
          <a:custGeom>
            <a:avLst/>
            <a:gdLst/>
            <a:ahLst/>
            <a:cxnLst/>
            <a:rect l="0" t="0" r="0" b="0"/>
            <a:pathLst>
              <a:path w="1612525" h="672750">
                <a:moveTo>
                  <a:pt x="1612525" y="207149"/>
                </a:moveTo>
                <a:cubicBezTo>
                  <a:pt x="1451581" y="485479"/>
                  <a:pt x="1150677" y="672750"/>
                  <a:pt x="806043" y="672750"/>
                </a:cubicBezTo>
                <a:cubicBezTo>
                  <a:pt x="461724" y="672750"/>
                  <a:pt x="161058" y="485822"/>
                  <a:pt x="0" y="207911"/>
                </a:cubicBezTo>
                <a:lnTo>
                  <a:pt x="358054" y="619"/>
                </a:lnTo>
                <a:cubicBezTo>
                  <a:pt x="401926" y="76542"/>
                  <a:pt x="465715" y="142322"/>
                  <a:pt x="547106" y="189309"/>
                </a:cubicBezTo>
                <a:cubicBezTo>
                  <a:pt x="794480" y="332136"/>
                  <a:pt x="1110795" y="247373"/>
                  <a:pt x="1253613" y="0"/>
                </a:cubicBezTo>
                <a:lnTo>
                  <a:pt x="1612525" y="207149"/>
                </a:ln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5649" y="3064783"/>
            <a:ext cx="1612528" cy="672797"/>
          </a:xfrm>
          <a:custGeom>
            <a:avLst/>
            <a:gdLst/>
            <a:ahLst/>
            <a:cxnLst/>
            <a:rect l="0" t="0" r="0" b="0"/>
            <a:pathLst>
              <a:path w="1612528" h="672797">
                <a:moveTo>
                  <a:pt x="1612528" y="207200"/>
                </a:moveTo>
                <a:cubicBezTo>
                  <a:pt x="1451577" y="485529"/>
                  <a:pt x="1150680" y="672797"/>
                  <a:pt x="806045" y="672797"/>
                </a:cubicBezTo>
                <a:cubicBezTo>
                  <a:pt x="461722" y="672797"/>
                  <a:pt x="161058" y="485868"/>
                  <a:pt x="0" y="207956"/>
                </a:cubicBezTo>
                <a:lnTo>
                  <a:pt x="358058" y="671"/>
                </a:lnTo>
                <a:cubicBezTo>
                  <a:pt x="401927" y="76592"/>
                  <a:pt x="465715" y="142366"/>
                  <a:pt x="547107" y="189358"/>
                </a:cubicBezTo>
                <a:cubicBezTo>
                  <a:pt x="794480" y="332179"/>
                  <a:pt x="1110796" y="247423"/>
                  <a:pt x="1253616" y="49"/>
                </a:cubicBezTo>
                <a:lnTo>
                  <a:pt x="1253646" y="0"/>
                </a:lnTo>
                <a:lnTo>
                  <a:pt x="1612528" y="207200"/>
                </a:lnTo>
                <a:close/>
              </a:path>
            </a:pathLst>
          </a:custGeom>
          <a:noFill/>
          <a:ln w="1293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1697" y="1875661"/>
            <a:ext cx="930963" cy="1395574"/>
          </a:xfrm>
          <a:custGeom>
            <a:avLst/>
            <a:gdLst/>
            <a:ahLst/>
            <a:cxnLst/>
            <a:rect l="0" t="0" r="0" b="0"/>
            <a:pathLst>
              <a:path w="930963" h="1395574">
                <a:moveTo>
                  <a:pt x="517255" y="931068"/>
                </a:moveTo>
                <a:cubicBezTo>
                  <a:pt x="517255" y="1025051"/>
                  <a:pt x="492194" y="1113177"/>
                  <a:pt x="448370" y="1189129"/>
                </a:cubicBezTo>
                <a:lnTo>
                  <a:pt x="806919" y="1395574"/>
                </a:lnTo>
                <a:cubicBezTo>
                  <a:pt x="885815" y="1258843"/>
                  <a:pt x="930963" y="1100175"/>
                  <a:pt x="930963" y="930963"/>
                </a:cubicBezTo>
                <a:cubicBezTo>
                  <a:pt x="930963" y="416804"/>
                  <a:pt x="514159" y="0"/>
                  <a:pt x="0" y="0"/>
                </a:cubicBezTo>
                <a:lnTo>
                  <a:pt x="0" y="413861"/>
                </a:lnTo>
                <a:cubicBezTo>
                  <a:pt x="285702" y="413861"/>
                  <a:pt x="517255" y="645423"/>
                  <a:pt x="517255" y="931068"/>
                </a:cubicBez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1697" y="1875661"/>
            <a:ext cx="930961" cy="1395574"/>
          </a:xfrm>
          <a:custGeom>
            <a:avLst/>
            <a:gdLst/>
            <a:ahLst/>
            <a:cxnLst/>
            <a:rect l="0" t="0" r="0" b="0"/>
            <a:pathLst>
              <a:path w="930961" h="1395574">
                <a:moveTo>
                  <a:pt x="517258" y="931064"/>
                </a:moveTo>
                <a:cubicBezTo>
                  <a:pt x="517258" y="1025048"/>
                  <a:pt x="492190" y="1113177"/>
                  <a:pt x="448375" y="1189130"/>
                </a:cubicBezTo>
                <a:lnTo>
                  <a:pt x="806916" y="1395574"/>
                </a:lnTo>
                <a:cubicBezTo>
                  <a:pt x="885817" y="1258839"/>
                  <a:pt x="930961" y="1100172"/>
                  <a:pt x="930961" y="930961"/>
                </a:cubicBezTo>
                <a:cubicBezTo>
                  <a:pt x="930961" y="416805"/>
                  <a:pt x="514156" y="0"/>
                  <a:pt x="0" y="0"/>
                </a:cubicBezTo>
                <a:lnTo>
                  <a:pt x="0" y="413864"/>
                </a:lnTo>
                <a:lnTo>
                  <a:pt x="57" y="413864"/>
                </a:lnTo>
                <a:cubicBezTo>
                  <a:pt x="285699" y="413864"/>
                  <a:pt x="517258" y="645423"/>
                  <a:pt x="517258" y="931064"/>
                </a:cubicBezTo>
                <a:close/>
              </a:path>
            </a:pathLst>
          </a:custGeom>
          <a:noFill/>
          <a:ln w="1293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5388" y="371460"/>
            <a:ext cx="4792627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 600"/>
              </a:rPr>
              <a:t>TaskFlow Focus Features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751224" y="1979079"/>
            <a:ext cx="1333261" cy="413813"/>
            <a:chOff x="1771526" y="1979094"/>
            <a:chExt cx="1333261" cy="413813"/>
          </a:xfrm>
        </p:grpSpPr>
        <p:sp>
          <p:nvSpPr>
            <p:cNvPr id="15" name="TextBox 14"/>
            <p:cNvSpPr txBox="1"/>
            <p:nvPr/>
          </p:nvSpPr>
          <p:spPr>
            <a:xfrm>
              <a:off x="1771526" y="1979094"/>
              <a:ext cx="1333261" cy="206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300" b="1">
                  <a:solidFill>
                    <a:srgbClr val="FFFFFF"/>
                  </a:solidFill>
                  <a:latin typeface="Funnel Display Regular"/>
                </a:rPr>
                <a:t>80% Completion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71526" y="2185977"/>
              <a:ext cx="1333261" cy="206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300" b="1">
                  <a:solidFill>
                    <a:srgbClr val="FFFFFF"/>
                  </a:solidFill>
                  <a:latin typeface="Funnel Display Regular"/>
                </a:rPr>
                <a:t>Validation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3226371" y="2192043"/>
            <a:ext cx="271530" cy="298686"/>
          </a:xfrm>
          <a:custGeom>
            <a:avLst/>
            <a:gdLst/>
            <a:ahLst/>
            <a:cxnLst/>
            <a:rect l="0" t="0" r="0" b="0"/>
            <a:pathLst>
              <a:path w="271530" h="298686">
                <a:moveTo>
                  <a:pt x="200415" y="129703"/>
                </a:moveTo>
                <a:cubicBezTo>
                  <a:pt x="200415" y="165408"/>
                  <a:pt x="171470" y="194353"/>
                  <a:pt x="135765" y="194353"/>
                </a:cubicBezTo>
                <a:cubicBezTo>
                  <a:pt x="100059" y="194353"/>
                  <a:pt x="71115" y="165408"/>
                  <a:pt x="71115" y="129703"/>
                </a:cubicBezTo>
                <a:cubicBezTo>
                  <a:pt x="71115" y="93998"/>
                  <a:pt x="100059" y="65053"/>
                  <a:pt x="135765" y="65053"/>
                </a:cubicBezTo>
                <a:moveTo>
                  <a:pt x="109905" y="123238"/>
                </a:moveTo>
                <a:lnTo>
                  <a:pt x="130851" y="138948"/>
                </a:lnTo>
                <a:cubicBezTo>
                  <a:pt x="133605" y="141012"/>
                  <a:pt x="137492" y="140557"/>
                  <a:pt x="139695" y="137914"/>
                </a:cubicBezTo>
                <a:lnTo>
                  <a:pt x="200415" y="65053"/>
                </a:lnTo>
                <a:moveTo>
                  <a:pt x="0" y="42749"/>
                </a:moveTo>
                <a:lnTo>
                  <a:pt x="0" y="141495"/>
                </a:lnTo>
                <a:cubicBezTo>
                  <a:pt x="778" y="208332"/>
                  <a:pt x="43228" y="267564"/>
                  <a:pt x="106271" y="289777"/>
                </a:cubicBezTo>
                <a:lnTo>
                  <a:pt x="120766" y="295130"/>
                </a:lnTo>
                <a:cubicBezTo>
                  <a:pt x="130449" y="298686"/>
                  <a:pt x="141080" y="298686"/>
                  <a:pt x="150763" y="295130"/>
                </a:cubicBezTo>
                <a:lnTo>
                  <a:pt x="165258" y="289777"/>
                </a:lnTo>
                <a:cubicBezTo>
                  <a:pt x="228301" y="267564"/>
                  <a:pt x="270752" y="208332"/>
                  <a:pt x="271530" y="141495"/>
                </a:cubicBezTo>
                <a:lnTo>
                  <a:pt x="271530" y="42749"/>
                </a:lnTo>
                <a:cubicBezTo>
                  <a:pt x="271503" y="34819"/>
                  <a:pt x="266753" y="27668"/>
                  <a:pt x="259453" y="24569"/>
                </a:cubicBezTo>
                <a:cubicBezTo>
                  <a:pt x="220286" y="8221"/>
                  <a:pt x="178205" y="0"/>
                  <a:pt x="135765" y="403"/>
                </a:cubicBezTo>
                <a:cubicBezTo>
                  <a:pt x="93324" y="0"/>
                  <a:pt x="51244" y="8221"/>
                  <a:pt x="12076" y="24569"/>
                </a:cubicBezTo>
                <a:cubicBezTo>
                  <a:pt x="4776" y="27668"/>
                  <a:pt x="26" y="34819"/>
                  <a:pt x="0" y="42749"/>
                </a:cubicBezTo>
                <a:close/>
              </a:path>
            </a:pathLst>
          </a:custGeom>
          <a:noFill/>
          <a:ln w="129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92564" y="2192316"/>
            <a:ext cx="297390" cy="297390"/>
          </a:xfrm>
          <a:custGeom>
            <a:avLst/>
            <a:gdLst/>
            <a:ahLst/>
            <a:cxnLst/>
            <a:rect l="0" t="0" r="0" b="0"/>
            <a:pathLst>
              <a:path w="297390" h="297390">
                <a:moveTo>
                  <a:pt x="169939" y="116240"/>
                </a:moveTo>
                <a:cubicBezTo>
                  <a:pt x="183307" y="124998"/>
                  <a:pt x="189935" y="141058"/>
                  <a:pt x="186636" y="156695"/>
                </a:cubicBezTo>
                <a:cubicBezTo>
                  <a:pt x="183337" y="172332"/>
                  <a:pt x="170786" y="184345"/>
                  <a:pt x="155020" y="186956"/>
                </a:cubicBezTo>
                <a:cubicBezTo>
                  <a:pt x="139253" y="189567"/>
                  <a:pt x="123499" y="182242"/>
                  <a:pt x="115335" y="168503"/>
                </a:cubicBezTo>
                <a:moveTo>
                  <a:pt x="102211" y="42048"/>
                </a:moveTo>
                <a:lnTo>
                  <a:pt x="148695" y="148695"/>
                </a:lnTo>
                <a:lnTo>
                  <a:pt x="46457" y="93147"/>
                </a:lnTo>
                <a:moveTo>
                  <a:pt x="32325" y="148695"/>
                </a:moveTo>
                <a:cubicBezTo>
                  <a:pt x="32325" y="212964"/>
                  <a:pt x="84425" y="265065"/>
                  <a:pt x="148695" y="265065"/>
                </a:cubicBezTo>
                <a:cubicBezTo>
                  <a:pt x="212964" y="265065"/>
                  <a:pt x="265065" y="212964"/>
                  <a:pt x="265065" y="148695"/>
                </a:cubicBezTo>
                <a:cubicBezTo>
                  <a:pt x="265065" y="84425"/>
                  <a:pt x="212964" y="32325"/>
                  <a:pt x="148695" y="32325"/>
                </a:cubicBezTo>
                <a:cubicBezTo>
                  <a:pt x="84425" y="32325"/>
                  <a:pt x="32325" y="84425"/>
                  <a:pt x="32325" y="148695"/>
                </a:cubicBezTo>
                <a:close/>
                <a:moveTo>
                  <a:pt x="0" y="148695"/>
                </a:moveTo>
                <a:lnTo>
                  <a:pt x="32325" y="148695"/>
                </a:lnTo>
                <a:moveTo>
                  <a:pt x="148695" y="264974"/>
                </a:moveTo>
                <a:lnTo>
                  <a:pt x="148695" y="297390"/>
                </a:lnTo>
                <a:moveTo>
                  <a:pt x="265065" y="148695"/>
                </a:moveTo>
                <a:lnTo>
                  <a:pt x="297390" y="148695"/>
                </a:lnTo>
                <a:moveTo>
                  <a:pt x="148695" y="0"/>
                </a:moveTo>
                <a:lnTo>
                  <a:pt x="148695" y="32325"/>
                </a:lnTo>
              </a:path>
            </a:pathLst>
          </a:custGeom>
          <a:noFill/>
          <a:ln w="129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2" name="Group 21"/>
          <p:cNvGrpSpPr/>
          <p:nvPr/>
        </p:nvGrpSpPr>
        <p:grpSpPr>
          <a:xfrm>
            <a:off x="6018910" y="1979079"/>
            <a:ext cx="1373866" cy="413813"/>
            <a:chOff x="6039212" y="1979094"/>
            <a:chExt cx="1373866" cy="413813"/>
          </a:xfrm>
        </p:grpSpPr>
        <p:sp>
          <p:nvSpPr>
            <p:cNvPr id="20" name="TextBox 19"/>
            <p:cNvSpPr txBox="1"/>
            <p:nvPr/>
          </p:nvSpPr>
          <p:spPr>
            <a:xfrm>
              <a:off x="6039212" y="1979094"/>
              <a:ext cx="1373866" cy="206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Funnel Display Regular"/>
                </a:rPr>
                <a:t>Integrated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39212" y="2185977"/>
              <a:ext cx="1373866" cy="206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Funnel Display Regular"/>
                </a:rPr>
                <a:t>Pomodoro Timer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267237" y="2547169"/>
            <a:ext cx="568920" cy="518771"/>
          </a:xfrm>
          <a:custGeom>
            <a:avLst/>
            <a:gdLst/>
            <a:ahLst/>
            <a:cxnLst/>
            <a:rect l="0" t="0" r="0" b="0"/>
            <a:pathLst>
              <a:path w="568920" h="518771">
                <a:moveTo>
                  <a:pt x="284460" y="469689"/>
                </a:moveTo>
                <a:lnTo>
                  <a:pt x="284460" y="508479"/>
                </a:lnTo>
                <a:moveTo>
                  <a:pt x="465687" y="518771"/>
                </a:moveTo>
                <a:cubicBezTo>
                  <a:pt x="444999" y="436665"/>
                  <a:pt x="373005" y="392057"/>
                  <a:pt x="284460" y="392057"/>
                </a:cubicBezTo>
                <a:cubicBezTo>
                  <a:pt x="195915" y="392057"/>
                  <a:pt x="124386" y="436640"/>
                  <a:pt x="103647" y="518771"/>
                </a:cubicBezTo>
                <a:moveTo>
                  <a:pt x="155160" y="142404"/>
                </a:moveTo>
                <a:cubicBezTo>
                  <a:pt x="239086" y="170402"/>
                  <a:pt x="329833" y="170402"/>
                  <a:pt x="413760" y="142404"/>
                </a:cubicBezTo>
                <a:lnTo>
                  <a:pt x="413760" y="19931"/>
                </a:lnTo>
                <a:cubicBezTo>
                  <a:pt x="413753" y="14899"/>
                  <a:pt x="410828" y="10328"/>
                  <a:pt x="406262" y="8215"/>
                </a:cubicBezTo>
                <a:cubicBezTo>
                  <a:pt x="401696" y="6101"/>
                  <a:pt x="396318" y="6828"/>
                  <a:pt x="392477" y="10078"/>
                </a:cubicBezTo>
                <a:lnTo>
                  <a:pt x="335404" y="58411"/>
                </a:lnTo>
                <a:lnTo>
                  <a:pt x="294519" y="5113"/>
                </a:lnTo>
                <a:cubicBezTo>
                  <a:pt x="292101" y="1952"/>
                  <a:pt x="288361" y="80"/>
                  <a:pt x="284381" y="40"/>
                </a:cubicBezTo>
                <a:cubicBezTo>
                  <a:pt x="280401" y="0"/>
                  <a:pt x="276624" y="1795"/>
                  <a:pt x="274142" y="4906"/>
                </a:cubicBezTo>
                <a:lnTo>
                  <a:pt x="232766" y="56626"/>
                </a:lnTo>
                <a:lnTo>
                  <a:pt x="176365" y="9716"/>
                </a:lnTo>
                <a:cubicBezTo>
                  <a:pt x="172511" y="6506"/>
                  <a:pt x="167148" y="5815"/>
                  <a:pt x="162606" y="7942"/>
                </a:cubicBezTo>
                <a:cubicBezTo>
                  <a:pt x="158064" y="10069"/>
                  <a:pt x="155162" y="14631"/>
                  <a:pt x="155160" y="19646"/>
                </a:cubicBezTo>
                <a:close/>
                <a:moveTo>
                  <a:pt x="64650" y="30068"/>
                </a:moveTo>
                <a:lnTo>
                  <a:pt x="25860" y="4208"/>
                </a:lnTo>
                <a:moveTo>
                  <a:pt x="64650" y="172298"/>
                </a:moveTo>
                <a:lnTo>
                  <a:pt x="25860" y="198158"/>
                </a:lnTo>
                <a:moveTo>
                  <a:pt x="51720" y="107648"/>
                </a:moveTo>
                <a:lnTo>
                  <a:pt x="0" y="107648"/>
                </a:lnTo>
                <a:moveTo>
                  <a:pt x="413760" y="141835"/>
                </a:moveTo>
                <a:lnTo>
                  <a:pt x="413760" y="211347"/>
                </a:lnTo>
                <a:lnTo>
                  <a:pt x="413760" y="211347"/>
                </a:lnTo>
                <a:cubicBezTo>
                  <a:pt x="413760" y="282757"/>
                  <a:pt x="355870" y="340647"/>
                  <a:pt x="284460" y="340647"/>
                </a:cubicBezTo>
                <a:cubicBezTo>
                  <a:pt x="213049" y="340647"/>
                  <a:pt x="155160" y="282757"/>
                  <a:pt x="155160" y="211347"/>
                </a:cubicBezTo>
                <a:lnTo>
                  <a:pt x="155160" y="211347"/>
                </a:lnTo>
                <a:lnTo>
                  <a:pt x="155160" y="142404"/>
                </a:lnTo>
                <a:moveTo>
                  <a:pt x="504270" y="30068"/>
                </a:moveTo>
                <a:lnTo>
                  <a:pt x="543060" y="4208"/>
                </a:lnTo>
                <a:moveTo>
                  <a:pt x="504270" y="172298"/>
                </a:moveTo>
                <a:lnTo>
                  <a:pt x="543060" y="198158"/>
                </a:lnTo>
                <a:moveTo>
                  <a:pt x="517200" y="107648"/>
                </a:moveTo>
                <a:lnTo>
                  <a:pt x="568920" y="107648"/>
                </a:lnTo>
              </a:path>
            </a:pathLst>
          </a:custGeom>
          <a:noFill/>
          <a:ln w="129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03218" y="3950930"/>
            <a:ext cx="297390" cy="297390"/>
          </a:xfrm>
          <a:custGeom>
            <a:avLst/>
            <a:gdLst/>
            <a:ahLst/>
            <a:cxnLst/>
            <a:rect l="0" t="0" r="0" b="0"/>
            <a:pathLst>
              <a:path w="297390" h="297390">
                <a:moveTo>
                  <a:pt x="51720" y="103440"/>
                </a:moveTo>
                <a:lnTo>
                  <a:pt x="174555" y="103440"/>
                </a:lnTo>
                <a:moveTo>
                  <a:pt x="51720" y="142230"/>
                </a:moveTo>
                <a:lnTo>
                  <a:pt x="129300" y="142230"/>
                </a:lnTo>
                <a:moveTo>
                  <a:pt x="51720" y="64650"/>
                </a:moveTo>
                <a:lnTo>
                  <a:pt x="142230" y="64650"/>
                </a:lnTo>
                <a:moveTo>
                  <a:pt x="51720" y="181020"/>
                </a:moveTo>
                <a:lnTo>
                  <a:pt x="103440" y="181020"/>
                </a:lnTo>
                <a:moveTo>
                  <a:pt x="51720" y="219810"/>
                </a:moveTo>
                <a:lnTo>
                  <a:pt x="103440" y="219810"/>
                </a:lnTo>
                <a:moveTo>
                  <a:pt x="129300" y="297390"/>
                </a:moveTo>
                <a:lnTo>
                  <a:pt x="12930" y="297390"/>
                </a:lnTo>
                <a:cubicBezTo>
                  <a:pt x="5788" y="297390"/>
                  <a:pt x="0" y="291601"/>
                  <a:pt x="0" y="284460"/>
                </a:cubicBezTo>
                <a:lnTo>
                  <a:pt x="0" y="12930"/>
                </a:lnTo>
                <a:cubicBezTo>
                  <a:pt x="0" y="5788"/>
                  <a:pt x="5788" y="0"/>
                  <a:pt x="12930" y="0"/>
                </a:cubicBezTo>
                <a:lnTo>
                  <a:pt x="184808" y="0"/>
                </a:lnTo>
                <a:cubicBezTo>
                  <a:pt x="188237" y="0"/>
                  <a:pt x="191525" y="1363"/>
                  <a:pt x="193950" y="3788"/>
                </a:cubicBezTo>
                <a:lnTo>
                  <a:pt x="241881" y="51720"/>
                </a:lnTo>
                <a:cubicBezTo>
                  <a:pt x="244306" y="54144"/>
                  <a:pt x="245669" y="57432"/>
                  <a:pt x="245670" y="60861"/>
                </a:cubicBezTo>
                <a:lnTo>
                  <a:pt x="245670" y="103440"/>
                </a:lnTo>
                <a:moveTo>
                  <a:pt x="142230" y="219810"/>
                </a:moveTo>
                <a:cubicBezTo>
                  <a:pt x="142230" y="262656"/>
                  <a:pt x="176963" y="297390"/>
                  <a:pt x="219810" y="297390"/>
                </a:cubicBezTo>
                <a:cubicBezTo>
                  <a:pt x="262656" y="297390"/>
                  <a:pt x="297390" y="262656"/>
                  <a:pt x="297390" y="219810"/>
                </a:cubicBezTo>
                <a:cubicBezTo>
                  <a:pt x="297390" y="176963"/>
                  <a:pt x="262656" y="142230"/>
                  <a:pt x="219810" y="142230"/>
                </a:cubicBezTo>
                <a:cubicBezTo>
                  <a:pt x="176963" y="142230"/>
                  <a:pt x="142230" y="176963"/>
                  <a:pt x="142230" y="219810"/>
                </a:cubicBezTo>
                <a:close/>
                <a:moveTo>
                  <a:pt x="254385" y="197260"/>
                </a:moveTo>
                <a:lnTo>
                  <a:pt x="216823" y="247338"/>
                </a:lnTo>
                <a:cubicBezTo>
                  <a:pt x="215132" y="249583"/>
                  <a:pt x="212553" y="250988"/>
                  <a:pt x="209749" y="251188"/>
                </a:cubicBezTo>
                <a:cubicBezTo>
                  <a:pt x="206946" y="251389"/>
                  <a:pt x="204192" y="250367"/>
                  <a:pt x="202199" y="248385"/>
                </a:cubicBezTo>
                <a:lnTo>
                  <a:pt x="182804" y="228990"/>
                </a:lnTo>
              </a:path>
            </a:pathLst>
          </a:custGeom>
          <a:noFill/>
          <a:ln w="129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7" name="Group 26"/>
          <p:cNvGrpSpPr/>
          <p:nvPr/>
        </p:nvGrpSpPr>
        <p:grpSpPr>
          <a:xfrm>
            <a:off x="3890901" y="4358227"/>
            <a:ext cx="1321593" cy="413813"/>
            <a:chOff x="3911203" y="4358242"/>
            <a:chExt cx="1321593" cy="413813"/>
          </a:xfrm>
        </p:grpSpPr>
        <p:sp>
          <p:nvSpPr>
            <p:cNvPr id="25" name="TextBox 24"/>
            <p:cNvSpPr txBox="1"/>
            <p:nvPr/>
          </p:nvSpPr>
          <p:spPr>
            <a:xfrm>
              <a:off x="3911203" y="4358242"/>
              <a:ext cx="1321593" cy="2068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Funnel Display 600"/>
                </a:rPr>
                <a:t>Session History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11203" y="4565125"/>
              <a:ext cx="1321593" cy="206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Funnel Display 600"/>
                </a:rPr>
                <a:t>Tracking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1475" y="1907381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2686050" y="114300"/>
                </a:moveTo>
                <a:lnTo>
                  <a:pt x="2686050" y="2686050"/>
                </a:lnTo>
                <a:lnTo>
                  <a:pt x="0" y="2686050"/>
                </a:ln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1475" y="1907380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28975" y="1907381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2686050" y="114300"/>
                </a:moveTo>
                <a:lnTo>
                  <a:pt x="2686050" y="2686050"/>
                </a:lnTo>
                <a:lnTo>
                  <a:pt x="0" y="2686050"/>
                </a:ln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28975" y="1907380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86475" y="1907381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2686050" y="114300"/>
                </a:moveTo>
                <a:lnTo>
                  <a:pt x="2686050" y="2686050"/>
                </a:lnTo>
                <a:lnTo>
                  <a:pt x="0" y="2686050"/>
                </a:ln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86475" y="1907380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0" name="Group 9"/>
          <p:cNvGrpSpPr/>
          <p:nvPr/>
        </p:nvGrpSpPr>
        <p:grpSpPr>
          <a:xfrm>
            <a:off x="390525" y="550068"/>
            <a:ext cx="5505450" cy="800100"/>
            <a:chOff x="390525" y="1100137"/>
            <a:chExt cx="5505450" cy="800100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1100137"/>
              <a:ext cx="550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Gamification: XP, Levels, and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1500187"/>
              <a:ext cx="550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Rewards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81025" y="2097881"/>
            <a:ext cx="537448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Funnel Display 700"/>
              </a:rPr>
              <a:t>XP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525" y="2097881"/>
            <a:ext cx="1204912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Funnel Display 700"/>
              </a:rPr>
              <a:t>Levels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296025" y="2097881"/>
            <a:ext cx="1474231" cy="800100"/>
            <a:chOff x="6296025" y="2647950"/>
            <a:chExt cx="1474231" cy="800100"/>
          </a:xfrm>
        </p:grpSpPr>
        <p:sp>
          <p:nvSpPr>
            <p:cNvPr id="13" name="TextBox 12"/>
            <p:cNvSpPr txBox="1"/>
            <p:nvPr/>
          </p:nvSpPr>
          <p:spPr>
            <a:xfrm>
              <a:off x="6296025" y="2647950"/>
              <a:ext cx="1474231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700"/>
                </a:rPr>
                <a:t>Leader-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96025" y="3048000"/>
              <a:ext cx="1474231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Funnel Display 700"/>
                </a:rPr>
                <a:t>board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81025" y="2669381"/>
            <a:ext cx="77141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 Regular"/>
              </a:rPr>
              <a:t>XP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525" y="2669381"/>
            <a:ext cx="877843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 600"/>
              </a:rPr>
              <a:t>Progression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81024" y="2945606"/>
            <a:ext cx="1758315" cy="304761"/>
            <a:chOff x="581024" y="3495675"/>
            <a:chExt cx="1758315" cy="304761"/>
          </a:xfrm>
        </p:grpSpPr>
        <p:sp>
          <p:nvSpPr>
            <p:cNvPr id="18" name="TextBox 17"/>
            <p:cNvSpPr txBox="1"/>
            <p:nvPr/>
          </p:nvSpPr>
          <p:spPr>
            <a:xfrm>
              <a:off x="581024" y="3495675"/>
              <a:ext cx="175831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 300"/>
                </a:rPr>
                <a:t>Earn experience points for every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81024" y="3648075"/>
              <a:ext cx="1758315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 300"/>
                </a:rPr>
                <a:t>completed task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438525" y="2945606"/>
            <a:ext cx="2266950" cy="304761"/>
            <a:chOff x="3438525" y="3495675"/>
            <a:chExt cx="2266950" cy="304761"/>
          </a:xfrm>
        </p:grpSpPr>
        <p:sp>
          <p:nvSpPr>
            <p:cNvPr id="21" name="TextBox 20"/>
            <p:cNvSpPr txBox="1"/>
            <p:nvPr/>
          </p:nvSpPr>
          <p:spPr>
            <a:xfrm>
              <a:off x="3438525" y="3495675"/>
              <a:ext cx="22669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 300"/>
                </a:rPr>
                <a:t>Level up and unlock badges as you master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38525" y="3648075"/>
              <a:ext cx="2266950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 300"/>
                </a:rPr>
                <a:t>your workflow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296025" y="3069431"/>
            <a:ext cx="89058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 Regular"/>
              </a:rPr>
              <a:t>Competition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296025" y="3345656"/>
            <a:ext cx="1689735" cy="304761"/>
            <a:chOff x="6296025" y="3895725"/>
            <a:chExt cx="1689735" cy="304761"/>
          </a:xfrm>
        </p:grpSpPr>
        <p:sp>
          <p:nvSpPr>
            <p:cNvPr id="25" name="TextBox 24"/>
            <p:cNvSpPr txBox="1"/>
            <p:nvPr/>
          </p:nvSpPr>
          <p:spPr>
            <a:xfrm>
              <a:off x="6296025" y="3895725"/>
              <a:ext cx="16897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 300"/>
                </a:rPr>
                <a:t>Global leaderboard to compare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296025" y="4048125"/>
              <a:ext cx="1689735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FFFF"/>
                  </a:solidFill>
                  <a:latin typeface="Funnel Display 300"/>
                </a:rPr>
                <a:t>performance with others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4041678" y="1611864"/>
            <a:ext cx="131444" cy="2641758"/>
            <a:chOff x="3921680" y="1611863"/>
            <a:chExt cx="131444" cy="2641758"/>
          </a:xfrm>
        </p:grpSpPr>
        <p:sp>
          <p:nvSpPr>
            <p:cNvPr id="2" name="Rounded Rectangle 1"/>
            <p:cNvSpPr/>
            <p:nvPr/>
          </p:nvSpPr>
          <p:spPr>
            <a:xfrm>
              <a:off x="3987403" y="1616911"/>
              <a:ext cx="9525" cy="2636710"/>
            </a:xfrm>
            <a:custGeom>
              <a:avLst/>
              <a:gdLst/>
              <a:ahLst/>
              <a:cxnLst/>
              <a:rect l="0" t="0" r="0" b="0"/>
              <a:pathLst>
                <a:path w="9525" h="2636710">
                  <a:moveTo>
                    <a:pt x="0" y="2636710"/>
                  </a:moveTo>
                  <a:lnTo>
                    <a:pt x="0" y="0"/>
                  </a:lnTo>
                </a:path>
              </a:pathLst>
            </a:custGeom>
            <a:noFill/>
            <a:ln w="1620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921680" y="1611863"/>
              <a:ext cx="131444" cy="65722"/>
            </a:xfrm>
            <a:custGeom>
              <a:avLst/>
              <a:gdLst/>
              <a:ahLst/>
              <a:cxnLst/>
              <a:rect l="0" t="0" r="0" b="0"/>
              <a:pathLst>
                <a:path w="131444" h="65722">
                  <a:moveTo>
                    <a:pt x="131444" y="65722"/>
                  </a:moveTo>
                  <a:lnTo>
                    <a:pt x="65722" y="0"/>
                  </a:lnTo>
                  <a:lnTo>
                    <a:pt x="0" y="65722"/>
                  </a:lnTo>
                </a:path>
              </a:pathLst>
            </a:custGeom>
            <a:noFill/>
            <a:ln w="1620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107401" y="4187865"/>
            <a:ext cx="3160394" cy="131444"/>
            <a:chOff x="3987403" y="4187864"/>
            <a:chExt cx="3160394" cy="131444"/>
          </a:xfrm>
        </p:grpSpPr>
        <p:sp>
          <p:nvSpPr>
            <p:cNvPr id="5" name="Rounded Rectangle 4"/>
            <p:cNvSpPr/>
            <p:nvPr/>
          </p:nvSpPr>
          <p:spPr>
            <a:xfrm>
              <a:off x="3987403" y="4253586"/>
              <a:ext cx="3155156" cy="9525"/>
            </a:xfrm>
            <a:custGeom>
              <a:avLst/>
              <a:gdLst/>
              <a:ahLst/>
              <a:cxnLst/>
              <a:rect l="0" t="0" r="0" b="0"/>
              <a:pathLst>
                <a:path w="3155156" h="9525">
                  <a:moveTo>
                    <a:pt x="0" y="0"/>
                  </a:moveTo>
                  <a:lnTo>
                    <a:pt x="3155156" y="0"/>
                  </a:lnTo>
                </a:path>
              </a:pathLst>
            </a:custGeom>
            <a:noFill/>
            <a:ln w="1620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082075" y="4187864"/>
              <a:ext cx="65722" cy="131444"/>
            </a:xfrm>
            <a:custGeom>
              <a:avLst/>
              <a:gdLst/>
              <a:ahLst/>
              <a:cxnLst/>
              <a:rect l="0" t="0" r="0" b="0"/>
              <a:pathLst>
                <a:path w="65722" h="131444">
                  <a:moveTo>
                    <a:pt x="0" y="131444"/>
                  </a:moveTo>
                  <a:lnTo>
                    <a:pt x="65722" y="65722"/>
                  </a:lnTo>
                  <a:lnTo>
                    <a:pt x="0" y="0"/>
                  </a:lnTo>
                </a:path>
              </a:pathLst>
            </a:custGeom>
            <a:noFill/>
            <a:ln w="1620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4625833" y="2179861"/>
            <a:ext cx="2073728" cy="1814512"/>
          </a:xfrm>
          <a:custGeom>
            <a:avLst/>
            <a:gdLst/>
            <a:ahLst/>
            <a:cxnLst/>
            <a:rect l="0" t="0" r="0" b="0"/>
            <a:pathLst>
              <a:path w="2073728" h="1814512">
                <a:moveTo>
                  <a:pt x="0" y="1209674"/>
                </a:moveTo>
                <a:lnTo>
                  <a:pt x="1036864" y="0"/>
                </a:lnTo>
                <a:lnTo>
                  <a:pt x="2073728" y="1814512"/>
                </a:lnTo>
              </a:path>
            </a:pathLst>
          </a:custGeom>
          <a:noFill/>
          <a:ln w="1620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3431" y="3357135"/>
            <a:ext cx="64808" cy="64808"/>
          </a:xfrm>
          <a:custGeom>
            <a:avLst/>
            <a:gdLst/>
            <a:ahLst/>
            <a:cxnLst/>
            <a:rect l="0" t="0" r="0" b="0"/>
            <a:pathLst>
              <a:path w="64808" h="64808">
                <a:moveTo>
                  <a:pt x="0" y="32404"/>
                </a:moveTo>
                <a:cubicBezTo>
                  <a:pt x="0" y="50301"/>
                  <a:pt x="14506" y="64808"/>
                  <a:pt x="32404" y="64808"/>
                </a:cubicBezTo>
                <a:cubicBezTo>
                  <a:pt x="50301" y="64808"/>
                  <a:pt x="64808" y="50301"/>
                  <a:pt x="64808" y="32404"/>
                </a:cubicBezTo>
                <a:cubicBezTo>
                  <a:pt x="64808" y="14506"/>
                  <a:pt x="50301" y="0"/>
                  <a:pt x="32404" y="0"/>
                </a:cubicBezTo>
                <a:cubicBezTo>
                  <a:pt x="14506" y="0"/>
                  <a:pt x="0" y="14506"/>
                  <a:pt x="0" y="32404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3431" y="3357135"/>
            <a:ext cx="64804" cy="64804"/>
          </a:xfrm>
          <a:custGeom>
            <a:avLst/>
            <a:gdLst/>
            <a:ahLst/>
            <a:cxnLst/>
            <a:rect l="0" t="0" r="0" b="0"/>
            <a:pathLst>
              <a:path w="64804" h="64804">
                <a:moveTo>
                  <a:pt x="0" y="32402"/>
                </a:moveTo>
                <a:cubicBezTo>
                  <a:pt x="0" y="50297"/>
                  <a:pt x="14506" y="64804"/>
                  <a:pt x="32402" y="64804"/>
                </a:cubicBezTo>
                <a:cubicBezTo>
                  <a:pt x="50297" y="64804"/>
                  <a:pt x="64804" y="50297"/>
                  <a:pt x="64804" y="32402"/>
                </a:cubicBezTo>
                <a:cubicBezTo>
                  <a:pt x="64804" y="14506"/>
                  <a:pt x="50297" y="0"/>
                  <a:pt x="32402" y="0"/>
                </a:cubicBezTo>
                <a:cubicBezTo>
                  <a:pt x="14506" y="0"/>
                  <a:pt x="0" y="14506"/>
                  <a:pt x="0" y="32402"/>
                </a:cubicBezTo>
              </a:path>
            </a:pathLst>
          </a:custGeom>
          <a:noFill/>
          <a:ln w="16201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30295" y="2147460"/>
            <a:ext cx="64808" cy="64808"/>
          </a:xfrm>
          <a:custGeom>
            <a:avLst/>
            <a:gdLst/>
            <a:ahLst/>
            <a:cxnLst/>
            <a:rect l="0" t="0" r="0" b="0"/>
            <a:pathLst>
              <a:path w="64808" h="64808">
                <a:moveTo>
                  <a:pt x="0" y="32404"/>
                </a:moveTo>
                <a:cubicBezTo>
                  <a:pt x="0" y="50301"/>
                  <a:pt x="14506" y="64808"/>
                  <a:pt x="32404" y="64808"/>
                </a:cubicBezTo>
                <a:cubicBezTo>
                  <a:pt x="50301" y="64808"/>
                  <a:pt x="64808" y="50301"/>
                  <a:pt x="64808" y="32404"/>
                </a:cubicBezTo>
                <a:cubicBezTo>
                  <a:pt x="64808" y="14506"/>
                  <a:pt x="50301" y="0"/>
                  <a:pt x="32404" y="0"/>
                </a:cubicBezTo>
                <a:cubicBezTo>
                  <a:pt x="14506" y="0"/>
                  <a:pt x="0" y="14506"/>
                  <a:pt x="0" y="32404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30295" y="2147460"/>
            <a:ext cx="64803" cy="64804"/>
          </a:xfrm>
          <a:custGeom>
            <a:avLst/>
            <a:gdLst/>
            <a:ahLst/>
            <a:cxnLst/>
            <a:rect l="0" t="0" r="0" b="0"/>
            <a:pathLst>
              <a:path w="64803" h="64804">
                <a:moveTo>
                  <a:pt x="0" y="32402"/>
                </a:moveTo>
                <a:cubicBezTo>
                  <a:pt x="0" y="50297"/>
                  <a:pt x="14506" y="64804"/>
                  <a:pt x="32401" y="64804"/>
                </a:cubicBezTo>
                <a:cubicBezTo>
                  <a:pt x="50297" y="64804"/>
                  <a:pt x="64803" y="50297"/>
                  <a:pt x="64803" y="32402"/>
                </a:cubicBezTo>
                <a:cubicBezTo>
                  <a:pt x="64803" y="14506"/>
                  <a:pt x="50297" y="0"/>
                  <a:pt x="32401" y="0"/>
                </a:cubicBezTo>
                <a:cubicBezTo>
                  <a:pt x="14506" y="0"/>
                  <a:pt x="0" y="14506"/>
                  <a:pt x="0" y="32402"/>
                </a:cubicBezTo>
              </a:path>
            </a:pathLst>
          </a:custGeom>
          <a:noFill/>
          <a:ln w="16201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67159" y="3961973"/>
            <a:ext cx="64808" cy="64808"/>
          </a:xfrm>
          <a:custGeom>
            <a:avLst/>
            <a:gdLst/>
            <a:ahLst/>
            <a:cxnLst/>
            <a:rect l="0" t="0" r="0" b="0"/>
            <a:pathLst>
              <a:path w="64808" h="64808">
                <a:moveTo>
                  <a:pt x="0" y="32404"/>
                </a:moveTo>
                <a:cubicBezTo>
                  <a:pt x="0" y="50301"/>
                  <a:pt x="14506" y="64808"/>
                  <a:pt x="32404" y="64808"/>
                </a:cubicBezTo>
                <a:cubicBezTo>
                  <a:pt x="50301" y="64808"/>
                  <a:pt x="64808" y="50301"/>
                  <a:pt x="64808" y="32404"/>
                </a:cubicBezTo>
                <a:cubicBezTo>
                  <a:pt x="64808" y="14506"/>
                  <a:pt x="50301" y="0"/>
                  <a:pt x="32404" y="0"/>
                </a:cubicBezTo>
                <a:cubicBezTo>
                  <a:pt x="14506" y="0"/>
                  <a:pt x="0" y="14506"/>
                  <a:pt x="0" y="32404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67160" y="3961973"/>
            <a:ext cx="64803" cy="64803"/>
          </a:xfrm>
          <a:custGeom>
            <a:avLst/>
            <a:gdLst/>
            <a:ahLst/>
            <a:cxnLst/>
            <a:rect l="0" t="0" r="0" b="0"/>
            <a:pathLst>
              <a:path w="64803" h="64803">
                <a:moveTo>
                  <a:pt x="0" y="32401"/>
                </a:moveTo>
                <a:cubicBezTo>
                  <a:pt x="0" y="50297"/>
                  <a:pt x="14506" y="64803"/>
                  <a:pt x="32401" y="64803"/>
                </a:cubicBezTo>
                <a:cubicBezTo>
                  <a:pt x="50297" y="64803"/>
                  <a:pt x="64803" y="50297"/>
                  <a:pt x="64803" y="32401"/>
                </a:cubicBezTo>
                <a:cubicBezTo>
                  <a:pt x="64803" y="14506"/>
                  <a:pt x="50297" y="0"/>
                  <a:pt x="32401" y="0"/>
                </a:cubicBezTo>
                <a:cubicBezTo>
                  <a:pt x="14506" y="0"/>
                  <a:pt x="0" y="14506"/>
                  <a:pt x="0" y="32401"/>
                </a:cubicBezTo>
              </a:path>
            </a:pathLst>
          </a:custGeom>
          <a:noFill/>
          <a:ln w="16201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523" y="371476"/>
            <a:ext cx="6441519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Funnel Display 600"/>
              </a:rPr>
              <a:t>Productivity Analytics &amp;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174" y="1272606"/>
            <a:ext cx="582453" cy="25921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Funnel Display 600"/>
              </a:rP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3032" y="1823443"/>
            <a:ext cx="279320" cy="1944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Funnel Display Regular"/>
              </a:rPr>
              <a:t>120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10523" y="2262211"/>
            <a:ext cx="2242546" cy="457200"/>
            <a:chOff x="390525" y="2262210"/>
            <a:chExt cx="2242546" cy="457200"/>
          </a:xfrm>
        </p:grpSpPr>
        <p:sp>
          <p:nvSpPr>
            <p:cNvPr id="18" name="TextBox 17"/>
            <p:cNvSpPr txBox="1"/>
            <p:nvPr/>
          </p:nvSpPr>
          <p:spPr>
            <a:xfrm>
              <a:off x="390525" y="2262210"/>
              <a:ext cx="22425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Data-driven insights into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0525" y="2490810"/>
              <a:ext cx="22425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your work habits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486168" y="3033118"/>
            <a:ext cx="279320" cy="1944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Funnel Display Regular"/>
              </a:rPr>
              <a:t>100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10523" y="2890856"/>
            <a:ext cx="2313384" cy="761952"/>
            <a:chOff x="390525" y="2890855"/>
            <a:chExt cx="2313384" cy="761952"/>
          </a:xfrm>
        </p:grpSpPr>
        <p:sp>
          <p:nvSpPr>
            <p:cNvPr id="22" name="TextBox 21"/>
            <p:cNvSpPr txBox="1"/>
            <p:nvPr/>
          </p:nvSpPr>
          <p:spPr>
            <a:xfrm>
              <a:off x="390525" y="2890855"/>
              <a:ext cx="23133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Users can track their completed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0525" y="3081355"/>
              <a:ext cx="23133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tasks, total focus time, and overall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0525" y="3271855"/>
              <a:ext cx="23133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productivity rhythm through real-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0525" y="3462355"/>
              <a:ext cx="2313384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time dashboards and visual charts.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6606455" y="3637956"/>
            <a:ext cx="186213" cy="1944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Funnel Display Regular"/>
              </a:rPr>
              <a:t>90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366652" y="3994384"/>
            <a:ext cx="1266825" cy="518416"/>
            <a:chOff x="7246654" y="3994383"/>
            <a:chExt cx="1266825" cy="518416"/>
          </a:xfrm>
        </p:grpSpPr>
        <p:sp>
          <p:nvSpPr>
            <p:cNvPr id="28" name="TextBox 27"/>
            <p:cNvSpPr txBox="1"/>
            <p:nvPr/>
          </p:nvSpPr>
          <p:spPr>
            <a:xfrm>
              <a:off x="7246654" y="3994383"/>
              <a:ext cx="1266825" cy="25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0">
                  <a:solidFill>
                    <a:srgbClr val="FFFFFF"/>
                  </a:solidFill>
                  <a:latin typeface="Funnel Display 600"/>
                </a:rPr>
                <a:t>Productivity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246654" y="4253558"/>
              <a:ext cx="1266825" cy="259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0">
                  <a:solidFill>
                    <a:srgbClr val="FFFFFF"/>
                  </a:solidFill>
                  <a:latin typeface="Funnel Display 600"/>
                </a:rPr>
                <a:t>Metrics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186616" y="4383185"/>
            <a:ext cx="878443" cy="388838"/>
            <a:chOff x="4066618" y="4383184"/>
            <a:chExt cx="878443" cy="388838"/>
          </a:xfrm>
        </p:grpSpPr>
        <p:sp>
          <p:nvSpPr>
            <p:cNvPr id="31" name="TextBox 30"/>
            <p:cNvSpPr txBox="1"/>
            <p:nvPr/>
          </p:nvSpPr>
          <p:spPr>
            <a:xfrm>
              <a:off x="4066618" y="4383184"/>
              <a:ext cx="878443" cy="194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 300"/>
                </a:rPr>
                <a:t>Completed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066618" y="4577589"/>
              <a:ext cx="878443" cy="194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 300"/>
                </a:rPr>
                <a:t>Tasks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225500" y="4480407"/>
            <a:ext cx="874395" cy="19441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unnel Display 300"/>
              </a:rPr>
              <a:t>Focus Time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228198" y="4383185"/>
            <a:ext cx="942736" cy="388838"/>
            <a:chOff x="6108200" y="4383184"/>
            <a:chExt cx="942736" cy="388838"/>
          </a:xfrm>
        </p:grpSpPr>
        <p:sp>
          <p:nvSpPr>
            <p:cNvPr id="35" name="TextBox 34"/>
            <p:cNvSpPr txBox="1"/>
            <p:nvPr/>
          </p:nvSpPr>
          <p:spPr>
            <a:xfrm>
              <a:off x="6108200" y="4383184"/>
              <a:ext cx="942736" cy="194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 300"/>
                </a:rPr>
                <a:t>Productivity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08200" y="4577589"/>
              <a:ext cx="942736" cy="194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Funnel Display 300"/>
                </a:rPr>
                <a:t>Rhythm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44810" y="1682228"/>
            <a:ext cx="1512446" cy="964977"/>
          </a:xfrm>
          <a:custGeom>
            <a:avLst/>
            <a:gdLst/>
            <a:ahLst/>
            <a:cxnLst/>
            <a:rect l="0" t="0" r="0" b="0"/>
            <a:pathLst>
              <a:path w="1512446" h="964977">
                <a:moveTo>
                  <a:pt x="1419653" y="964977"/>
                </a:moveTo>
                <a:lnTo>
                  <a:pt x="1450581" y="964977"/>
                </a:lnTo>
                <a:cubicBezTo>
                  <a:pt x="1484747" y="964977"/>
                  <a:pt x="1512446" y="937288"/>
                  <a:pt x="1512446" y="903122"/>
                </a:cubicBezTo>
                <a:lnTo>
                  <a:pt x="1512446" y="61855"/>
                </a:lnTo>
                <a:cubicBezTo>
                  <a:pt x="1512446" y="27698"/>
                  <a:pt x="1484747" y="0"/>
                  <a:pt x="1450581" y="0"/>
                </a:cubicBezTo>
                <a:lnTo>
                  <a:pt x="61855" y="0"/>
                </a:lnTo>
                <a:cubicBezTo>
                  <a:pt x="27698" y="0"/>
                  <a:pt x="0" y="27698"/>
                  <a:pt x="0" y="61855"/>
                </a:cubicBezTo>
                <a:lnTo>
                  <a:pt x="0" y="903122"/>
                </a:lnTo>
                <a:cubicBezTo>
                  <a:pt x="0" y="937288"/>
                  <a:pt x="27698" y="964977"/>
                  <a:pt x="61855" y="964977"/>
                </a:cubicBezTo>
                <a:lnTo>
                  <a:pt x="1419653" y="964977"/>
                </a:lnTo>
              </a:path>
            </a:pathLst>
          </a:custGeom>
          <a:solidFill>
            <a:srgbClr val="7E56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44810" y="1682228"/>
            <a:ext cx="1512443" cy="964981"/>
          </a:xfrm>
          <a:custGeom>
            <a:avLst/>
            <a:gdLst/>
            <a:ahLst/>
            <a:cxnLst/>
            <a:rect l="0" t="0" r="0" b="0"/>
            <a:pathLst>
              <a:path w="1512443" h="964981">
                <a:moveTo>
                  <a:pt x="92786" y="0"/>
                </a:moveTo>
                <a:lnTo>
                  <a:pt x="61857" y="0"/>
                </a:lnTo>
                <a:cubicBezTo>
                  <a:pt x="27695" y="0"/>
                  <a:pt x="0" y="27695"/>
                  <a:pt x="0" y="61857"/>
                </a:cubicBezTo>
                <a:lnTo>
                  <a:pt x="0" y="92786"/>
                </a:lnTo>
                <a:moveTo>
                  <a:pt x="0" y="92786"/>
                </a:moveTo>
                <a:lnTo>
                  <a:pt x="0" y="872194"/>
                </a:lnTo>
                <a:moveTo>
                  <a:pt x="1512443" y="92786"/>
                </a:moveTo>
                <a:lnTo>
                  <a:pt x="1512443" y="872194"/>
                </a:lnTo>
                <a:moveTo>
                  <a:pt x="92786" y="0"/>
                </a:moveTo>
                <a:lnTo>
                  <a:pt x="1419657" y="0"/>
                </a:lnTo>
                <a:moveTo>
                  <a:pt x="92786" y="964981"/>
                </a:moveTo>
                <a:lnTo>
                  <a:pt x="61857" y="964981"/>
                </a:lnTo>
                <a:cubicBezTo>
                  <a:pt x="27695" y="964981"/>
                  <a:pt x="0" y="937285"/>
                  <a:pt x="0" y="903123"/>
                </a:cubicBezTo>
                <a:lnTo>
                  <a:pt x="0" y="872194"/>
                </a:lnTo>
                <a:moveTo>
                  <a:pt x="1419657" y="0"/>
                </a:moveTo>
                <a:lnTo>
                  <a:pt x="1450586" y="0"/>
                </a:lnTo>
                <a:cubicBezTo>
                  <a:pt x="1484748" y="0"/>
                  <a:pt x="1512443" y="27695"/>
                  <a:pt x="1512443" y="61857"/>
                </a:cubicBezTo>
                <a:lnTo>
                  <a:pt x="1512443" y="92786"/>
                </a:lnTo>
                <a:moveTo>
                  <a:pt x="1419657" y="964981"/>
                </a:moveTo>
                <a:lnTo>
                  <a:pt x="92786" y="964981"/>
                </a:lnTo>
                <a:moveTo>
                  <a:pt x="1419657" y="964981"/>
                </a:moveTo>
                <a:lnTo>
                  <a:pt x="1450586" y="964981"/>
                </a:lnTo>
                <a:cubicBezTo>
                  <a:pt x="1484748" y="964981"/>
                  <a:pt x="1512443" y="937285"/>
                  <a:pt x="1512443" y="903123"/>
                </a:cubicBezTo>
                <a:lnTo>
                  <a:pt x="1512443" y="872194"/>
                </a:lnTo>
              </a:path>
            </a:pathLst>
          </a:custGeom>
          <a:noFill/>
          <a:ln w="2319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08782" y="3760650"/>
            <a:ext cx="1336109" cy="964977"/>
          </a:xfrm>
          <a:custGeom>
            <a:avLst/>
            <a:gdLst/>
            <a:ahLst/>
            <a:cxnLst/>
            <a:rect l="0" t="0" r="0" b="0"/>
            <a:pathLst>
              <a:path w="1336109" h="964977">
                <a:moveTo>
                  <a:pt x="1243326" y="964977"/>
                </a:moveTo>
                <a:lnTo>
                  <a:pt x="1274254" y="964977"/>
                </a:lnTo>
                <a:cubicBezTo>
                  <a:pt x="1308411" y="964977"/>
                  <a:pt x="1336109" y="937288"/>
                  <a:pt x="1336109" y="903122"/>
                </a:cubicBezTo>
                <a:lnTo>
                  <a:pt x="1336109" y="61855"/>
                </a:lnTo>
                <a:cubicBezTo>
                  <a:pt x="1336109" y="27698"/>
                  <a:pt x="1308411" y="0"/>
                  <a:pt x="1274254" y="0"/>
                </a:cubicBezTo>
                <a:lnTo>
                  <a:pt x="61855" y="0"/>
                </a:lnTo>
                <a:cubicBezTo>
                  <a:pt x="27698" y="0"/>
                  <a:pt x="0" y="27698"/>
                  <a:pt x="0" y="61855"/>
                </a:cubicBezTo>
                <a:lnTo>
                  <a:pt x="0" y="903122"/>
                </a:lnTo>
                <a:cubicBezTo>
                  <a:pt x="0" y="937288"/>
                  <a:pt x="27698" y="964977"/>
                  <a:pt x="61855" y="964977"/>
                </a:cubicBezTo>
                <a:lnTo>
                  <a:pt x="1243326" y="964977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08782" y="3760650"/>
            <a:ext cx="1336110" cy="964981"/>
          </a:xfrm>
          <a:custGeom>
            <a:avLst/>
            <a:gdLst/>
            <a:ahLst/>
            <a:cxnLst/>
            <a:rect l="0" t="0" r="0" b="0"/>
            <a:pathLst>
              <a:path w="1336110" h="964981">
                <a:moveTo>
                  <a:pt x="92786" y="0"/>
                </a:moveTo>
                <a:lnTo>
                  <a:pt x="61857" y="0"/>
                </a:lnTo>
                <a:cubicBezTo>
                  <a:pt x="27695" y="0"/>
                  <a:pt x="0" y="27695"/>
                  <a:pt x="0" y="61857"/>
                </a:cubicBezTo>
                <a:lnTo>
                  <a:pt x="0" y="92786"/>
                </a:lnTo>
                <a:moveTo>
                  <a:pt x="0" y="92786"/>
                </a:moveTo>
                <a:lnTo>
                  <a:pt x="0" y="872194"/>
                </a:lnTo>
                <a:moveTo>
                  <a:pt x="1336110" y="92786"/>
                </a:moveTo>
                <a:lnTo>
                  <a:pt x="1336110" y="872194"/>
                </a:lnTo>
                <a:moveTo>
                  <a:pt x="92786" y="0"/>
                </a:moveTo>
                <a:lnTo>
                  <a:pt x="1243324" y="0"/>
                </a:lnTo>
                <a:moveTo>
                  <a:pt x="92786" y="964981"/>
                </a:moveTo>
                <a:lnTo>
                  <a:pt x="61857" y="964981"/>
                </a:lnTo>
                <a:cubicBezTo>
                  <a:pt x="27695" y="964981"/>
                  <a:pt x="0" y="937285"/>
                  <a:pt x="0" y="903123"/>
                </a:cubicBezTo>
                <a:lnTo>
                  <a:pt x="0" y="872194"/>
                </a:lnTo>
                <a:moveTo>
                  <a:pt x="1243324" y="0"/>
                </a:moveTo>
                <a:lnTo>
                  <a:pt x="1274253" y="0"/>
                </a:lnTo>
                <a:cubicBezTo>
                  <a:pt x="1308415" y="0"/>
                  <a:pt x="1336110" y="27695"/>
                  <a:pt x="1336110" y="61857"/>
                </a:cubicBezTo>
                <a:lnTo>
                  <a:pt x="1336110" y="92786"/>
                </a:lnTo>
                <a:moveTo>
                  <a:pt x="1243324" y="964981"/>
                </a:moveTo>
                <a:lnTo>
                  <a:pt x="92786" y="964981"/>
                </a:lnTo>
                <a:moveTo>
                  <a:pt x="1243324" y="964981"/>
                </a:moveTo>
                <a:lnTo>
                  <a:pt x="1274253" y="964981"/>
                </a:lnTo>
                <a:cubicBezTo>
                  <a:pt x="1308415" y="964981"/>
                  <a:pt x="1336110" y="937285"/>
                  <a:pt x="1336110" y="903123"/>
                </a:cubicBezTo>
                <a:lnTo>
                  <a:pt x="1336110" y="872194"/>
                </a:lnTo>
              </a:path>
            </a:pathLst>
          </a:custGeom>
          <a:noFill/>
          <a:ln w="2319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54182" y="3760650"/>
            <a:ext cx="1093698" cy="964977"/>
          </a:xfrm>
          <a:custGeom>
            <a:avLst/>
            <a:gdLst/>
            <a:ahLst/>
            <a:cxnLst/>
            <a:rect l="0" t="0" r="0" b="0"/>
            <a:pathLst>
              <a:path w="1093698" h="964977">
                <a:moveTo>
                  <a:pt x="1031843" y="964977"/>
                </a:moveTo>
                <a:cubicBezTo>
                  <a:pt x="1066009" y="964977"/>
                  <a:pt x="1093698" y="937288"/>
                  <a:pt x="1093698" y="903122"/>
                </a:cubicBezTo>
                <a:lnTo>
                  <a:pt x="1093698" y="872194"/>
                </a:lnTo>
                <a:lnTo>
                  <a:pt x="1093698" y="61855"/>
                </a:lnTo>
                <a:cubicBezTo>
                  <a:pt x="1093698" y="27698"/>
                  <a:pt x="1066009" y="0"/>
                  <a:pt x="1031843" y="0"/>
                </a:cubicBezTo>
                <a:lnTo>
                  <a:pt x="61855" y="0"/>
                </a:lnTo>
                <a:cubicBezTo>
                  <a:pt x="27698" y="0"/>
                  <a:pt x="0" y="27698"/>
                  <a:pt x="0" y="61855"/>
                </a:cubicBezTo>
                <a:lnTo>
                  <a:pt x="0" y="903122"/>
                </a:lnTo>
                <a:cubicBezTo>
                  <a:pt x="0" y="937288"/>
                  <a:pt x="27698" y="964977"/>
                  <a:pt x="61855" y="964977"/>
                </a:cubicBezTo>
                <a:lnTo>
                  <a:pt x="1031843" y="964977"/>
                </a:lnTo>
              </a:path>
            </a:pathLst>
          </a:custGeom>
          <a:solidFill>
            <a:srgbClr val="7E56F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54182" y="3760650"/>
            <a:ext cx="1093700" cy="964981"/>
          </a:xfrm>
          <a:custGeom>
            <a:avLst/>
            <a:gdLst/>
            <a:ahLst/>
            <a:cxnLst/>
            <a:rect l="0" t="0" r="0" b="0"/>
            <a:pathLst>
              <a:path w="1093700" h="964981">
                <a:moveTo>
                  <a:pt x="92786" y="0"/>
                </a:moveTo>
                <a:lnTo>
                  <a:pt x="61857" y="0"/>
                </a:lnTo>
                <a:cubicBezTo>
                  <a:pt x="27695" y="0"/>
                  <a:pt x="0" y="27695"/>
                  <a:pt x="0" y="61857"/>
                </a:cubicBezTo>
                <a:lnTo>
                  <a:pt x="0" y="92786"/>
                </a:lnTo>
                <a:moveTo>
                  <a:pt x="0" y="92786"/>
                </a:moveTo>
                <a:lnTo>
                  <a:pt x="0" y="872194"/>
                </a:lnTo>
                <a:moveTo>
                  <a:pt x="1093700" y="92786"/>
                </a:moveTo>
                <a:lnTo>
                  <a:pt x="1093700" y="872194"/>
                </a:lnTo>
                <a:moveTo>
                  <a:pt x="92786" y="0"/>
                </a:moveTo>
                <a:lnTo>
                  <a:pt x="1000913" y="0"/>
                </a:lnTo>
                <a:moveTo>
                  <a:pt x="92786" y="964981"/>
                </a:moveTo>
                <a:lnTo>
                  <a:pt x="61857" y="964981"/>
                </a:lnTo>
                <a:cubicBezTo>
                  <a:pt x="27695" y="964981"/>
                  <a:pt x="0" y="937285"/>
                  <a:pt x="0" y="903123"/>
                </a:cubicBezTo>
                <a:lnTo>
                  <a:pt x="0" y="872194"/>
                </a:lnTo>
                <a:moveTo>
                  <a:pt x="1000913" y="0"/>
                </a:moveTo>
                <a:lnTo>
                  <a:pt x="1031842" y="0"/>
                </a:lnTo>
                <a:cubicBezTo>
                  <a:pt x="1066004" y="0"/>
                  <a:pt x="1093700" y="27695"/>
                  <a:pt x="1093700" y="61857"/>
                </a:cubicBezTo>
                <a:lnTo>
                  <a:pt x="1093700" y="92786"/>
                </a:lnTo>
                <a:moveTo>
                  <a:pt x="1000913" y="964981"/>
                </a:moveTo>
                <a:lnTo>
                  <a:pt x="92786" y="964981"/>
                </a:lnTo>
                <a:moveTo>
                  <a:pt x="1000913" y="964981"/>
                </a:moveTo>
                <a:lnTo>
                  <a:pt x="1031842" y="964981"/>
                </a:lnTo>
                <a:cubicBezTo>
                  <a:pt x="1066004" y="964981"/>
                  <a:pt x="1093700" y="937285"/>
                  <a:pt x="1093700" y="903123"/>
                </a:cubicBezTo>
                <a:lnTo>
                  <a:pt x="1093700" y="872194"/>
                </a:lnTo>
              </a:path>
            </a:pathLst>
          </a:custGeom>
          <a:noFill/>
          <a:ln w="2319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57171" y="3760650"/>
            <a:ext cx="1678057" cy="964977"/>
          </a:xfrm>
          <a:custGeom>
            <a:avLst/>
            <a:gdLst/>
            <a:ahLst/>
            <a:cxnLst/>
            <a:rect l="0" t="0" r="0" b="0"/>
            <a:pathLst>
              <a:path w="1678057" h="964977">
                <a:moveTo>
                  <a:pt x="1585274" y="964977"/>
                </a:moveTo>
                <a:lnTo>
                  <a:pt x="1616202" y="964977"/>
                </a:lnTo>
                <a:cubicBezTo>
                  <a:pt x="1650358" y="964977"/>
                  <a:pt x="1678057" y="937288"/>
                  <a:pt x="1678057" y="903122"/>
                </a:cubicBezTo>
                <a:lnTo>
                  <a:pt x="1678057" y="61855"/>
                </a:lnTo>
                <a:cubicBezTo>
                  <a:pt x="1678057" y="27698"/>
                  <a:pt x="1650358" y="0"/>
                  <a:pt x="1616202" y="0"/>
                </a:cubicBezTo>
                <a:lnTo>
                  <a:pt x="61855" y="0"/>
                </a:lnTo>
                <a:cubicBezTo>
                  <a:pt x="27698" y="0"/>
                  <a:pt x="0" y="27698"/>
                  <a:pt x="0" y="61855"/>
                </a:cubicBezTo>
                <a:lnTo>
                  <a:pt x="0" y="903122"/>
                </a:lnTo>
                <a:cubicBezTo>
                  <a:pt x="0" y="937288"/>
                  <a:pt x="27698" y="964977"/>
                  <a:pt x="61855" y="964977"/>
                </a:cubicBezTo>
                <a:lnTo>
                  <a:pt x="1585274" y="964977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170" y="3760650"/>
            <a:ext cx="1678058" cy="964981"/>
          </a:xfrm>
          <a:custGeom>
            <a:avLst/>
            <a:gdLst/>
            <a:ahLst/>
            <a:cxnLst/>
            <a:rect l="0" t="0" r="0" b="0"/>
            <a:pathLst>
              <a:path w="1678058" h="964981">
                <a:moveTo>
                  <a:pt x="92786" y="0"/>
                </a:moveTo>
                <a:lnTo>
                  <a:pt x="61857" y="0"/>
                </a:lnTo>
                <a:cubicBezTo>
                  <a:pt x="27695" y="0"/>
                  <a:pt x="0" y="27695"/>
                  <a:pt x="0" y="61857"/>
                </a:cubicBezTo>
                <a:lnTo>
                  <a:pt x="0" y="92786"/>
                </a:lnTo>
                <a:moveTo>
                  <a:pt x="0" y="92786"/>
                </a:moveTo>
                <a:lnTo>
                  <a:pt x="0" y="872194"/>
                </a:lnTo>
                <a:moveTo>
                  <a:pt x="1678058" y="92786"/>
                </a:moveTo>
                <a:lnTo>
                  <a:pt x="1678058" y="872194"/>
                </a:lnTo>
                <a:moveTo>
                  <a:pt x="92786" y="0"/>
                </a:moveTo>
                <a:lnTo>
                  <a:pt x="1585271" y="0"/>
                </a:lnTo>
                <a:moveTo>
                  <a:pt x="92786" y="964981"/>
                </a:moveTo>
                <a:lnTo>
                  <a:pt x="61857" y="964981"/>
                </a:lnTo>
                <a:cubicBezTo>
                  <a:pt x="27695" y="964981"/>
                  <a:pt x="0" y="937285"/>
                  <a:pt x="0" y="903123"/>
                </a:cubicBezTo>
                <a:lnTo>
                  <a:pt x="0" y="872194"/>
                </a:lnTo>
                <a:moveTo>
                  <a:pt x="1585271" y="0"/>
                </a:moveTo>
                <a:lnTo>
                  <a:pt x="1616200" y="0"/>
                </a:lnTo>
                <a:cubicBezTo>
                  <a:pt x="1650363" y="0"/>
                  <a:pt x="1678058" y="27695"/>
                  <a:pt x="1678058" y="61857"/>
                </a:cubicBezTo>
                <a:lnTo>
                  <a:pt x="1678058" y="92786"/>
                </a:lnTo>
                <a:moveTo>
                  <a:pt x="1585271" y="964981"/>
                </a:moveTo>
                <a:lnTo>
                  <a:pt x="92786" y="964981"/>
                </a:lnTo>
                <a:moveTo>
                  <a:pt x="1585271" y="964981"/>
                </a:moveTo>
                <a:lnTo>
                  <a:pt x="1616200" y="964981"/>
                </a:lnTo>
                <a:cubicBezTo>
                  <a:pt x="1650363" y="964981"/>
                  <a:pt x="1678058" y="937285"/>
                  <a:pt x="1678058" y="903123"/>
                </a:cubicBezTo>
                <a:lnTo>
                  <a:pt x="1678058" y="872194"/>
                </a:lnTo>
              </a:path>
            </a:pathLst>
          </a:custGeom>
          <a:noFill/>
          <a:ln w="23195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2797780" y="2647210"/>
            <a:ext cx="1603247" cy="1095375"/>
            <a:chOff x="2797775" y="2600817"/>
            <a:chExt cx="1603247" cy="1095375"/>
          </a:xfrm>
        </p:grpSpPr>
        <p:sp>
          <p:nvSpPr>
            <p:cNvPr id="10" name="Rounded Rectangle 9"/>
            <p:cNvSpPr/>
            <p:nvPr/>
          </p:nvSpPr>
          <p:spPr>
            <a:xfrm>
              <a:off x="2876832" y="2600817"/>
              <a:ext cx="1524190" cy="1089183"/>
            </a:xfrm>
            <a:custGeom>
              <a:avLst/>
              <a:gdLst/>
              <a:ahLst/>
              <a:cxnLst/>
              <a:rect l="0" t="0" r="0" b="0"/>
              <a:pathLst>
                <a:path w="1524190" h="1089183">
                  <a:moveTo>
                    <a:pt x="1524190" y="0"/>
                  </a:moveTo>
                  <a:lnTo>
                    <a:pt x="1524190" y="442436"/>
                  </a:lnTo>
                  <a:cubicBezTo>
                    <a:pt x="1524190" y="505586"/>
                    <a:pt x="1473041" y="556736"/>
                    <a:pt x="1409890" y="556736"/>
                  </a:cubicBezTo>
                  <a:lnTo>
                    <a:pt x="114300" y="556736"/>
                  </a:lnTo>
                  <a:cubicBezTo>
                    <a:pt x="51149" y="556736"/>
                    <a:pt x="0" y="607885"/>
                    <a:pt x="0" y="671036"/>
                  </a:cubicBezTo>
                  <a:lnTo>
                    <a:pt x="0" y="1089183"/>
                  </a:lnTo>
                </a:path>
              </a:pathLst>
            </a:custGeom>
            <a:noFill/>
            <a:ln w="231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797775" y="3617135"/>
              <a:ext cx="158115" cy="79057"/>
            </a:xfrm>
            <a:custGeom>
              <a:avLst/>
              <a:gdLst/>
              <a:ahLst/>
              <a:cxnLst/>
              <a:rect l="0" t="0" r="0" b="0"/>
              <a:pathLst>
                <a:path w="158115" h="79057">
                  <a:moveTo>
                    <a:pt x="0" y="0"/>
                  </a:moveTo>
                  <a:lnTo>
                    <a:pt x="79057" y="79057"/>
                  </a:lnTo>
                  <a:lnTo>
                    <a:pt x="158115" y="0"/>
                  </a:lnTo>
                </a:path>
              </a:pathLst>
            </a:custGeom>
            <a:noFill/>
            <a:ln w="231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321974" y="2647210"/>
            <a:ext cx="158115" cy="1095375"/>
            <a:chOff x="4321969" y="2600817"/>
            <a:chExt cx="158115" cy="1095375"/>
          </a:xfrm>
        </p:grpSpPr>
        <p:sp>
          <p:nvSpPr>
            <p:cNvPr id="13" name="Rounded Rectangle 12"/>
            <p:cNvSpPr/>
            <p:nvPr/>
          </p:nvSpPr>
          <p:spPr>
            <a:xfrm>
              <a:off x="4401026" y="2600817"/>
              <a:ext cx="9525" cy="1089183"/>
            </a:xfrm>
            <a:custGeom>
              <a:avLst/>
              <a:gdLst/>
              <a:ahLst/>
              <a:cxnLst/>
              <a:rect l="0" t="0" r="0" b="0"/>
              <a:pathLst>
                <a:path w="9525" h="1089183">
                  <a:moveTo>
                    <a:pt x="0" y="0"/>
                  </a:moveTo>
                  <a:lnTo>
                    <a:pt x="0" y="1089183"/>
                  </a:lnTo>
                </a:path>
              </a:pathLst>
            </a:custGeom>
            <a:noFill/>
            <a:ln w="231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21969" y="3617135"/>
              <a:ext cx="158115" cy="79057"/>
            </a:xfrm>
            <a:custGeom>
              <a:avLst/>
              <a:gdLst/>
              <a:ahLst/>
              <a:cxnLst/>
              <a:rect l="0" t="0" r="0" b="0"/>
              <a:pathLst>
                <a:path w="158115" h="79057">
                  <a:moveTo>
                    <a:pt x="0" y="0"/>
                  </a:moveTo>
                  <a:lnTo>
                    <a:pt x="79057" y="79057"/>
                  </a:lnTo>
                  <a:lnTo>
                    <a:pt x="158115" y="0"/>
                  </a:lnTo>
                </a:path>
              </a:pathLst>
            </a:custGeom>
            <a:noFill/>
            <a:ln w="231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401031" y="2647210"/>
            <a:ext cx="1774507" cy="1095375"/>
            <a:chOff x="4401026" y="2600817"/>
            <a:chExt cx="1774507" cy="1095375"/>
          </a:xfrm>
        </p:grpSpPr>
        <p:sp>
          <p:nvSpPr>
            <p:cNvPr id="16" name="Rounded Rectangle 15"/>
            <p:cNvSpPr/>
            <p:nvPr/>
          </p:nvSpPr>
          <p:spPr>
            <a:xfrm>
              <a:off x="4401026" y="2600817"/>
              <a:ext cx="1695164" cy="1089183"/>
            </a:xfrm>
            <a:custGeom>
              <a:avLst/>
              <a:gdLst/>
              <a:ahLst/>
              <a:cxnLst/>
              <a:rect l="0" t="0" r="0" b="0"/>
              <a:pathLst>
                <a:path w="1695164" h="1089183">
                  <a:moveTo>
                    <a:pt x="0" y="0"/>
                  </a:moveTo>
                  <a:lnTo>
                    <a:pt x="0" y="442436"/>
                  </a:lnTo>
                  <a:cubicBezTo>
                    <a:pt x="0" y="505586"/>
                    <a:pt x="51149" y="556736"/>
                    <a:pt x="114300" y="556736"/>
                  </a:cubicBezTo>
                  <a:lnTo>
                    <a:pt x="1580864" y="556736"/>
                  </a:lnTo>
                  <a:cubicBezTo>
                    <a:pt x="1644015" y="556736"/>
                    <a:pt x="1695164" y="607885"/>
                    <a:pt x="1695164" y="671036"/>
                  </a:cubicBezTo>
                  <a:lnTo>
                    <a:pt x="1695164" y="1089183"/>
                  </a:lnTo>
                </a:path>
              </a:pathLst>
            </a:custGeom>
            <a:noFill/>
            <a:ln w="231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017419" y="3617135"/>
              <a:ext cx="158114" cy="79057"/>
            </a:xfrm>
            <a:custGeom>
              <a:avLst/>
              <a:gdLst/>
              <a:ahLst/>
              <a:cxnLst/>
              <a:rect l="0" t="0" r="0" b="0"/>
              <a:pathLst>
                <a:path w="158114" h="79057">
                  <a:moveTo>
                    <a:pt x="0" y="0"/>
                  </a:moveTo>
                  <a:lnTo>
                    <a:pt x="79057" y="79057"/>
                  </a:lnTo>
                  <a:lnTo>
                    <a:pt x="158114" y="0"/>
                  </a:lnTo>
                </a:path>
              </a:pathLst>
            </a:custGeom>
            <a:noFill/>
            <a:ln w="231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435537" y="417868"/>
            <a:ext cx="6272926" cy="800099"/>
            <a:chOff x="1435532" y="371475"/>
            <a:chExt cx="6272926" cy="800099"/>
          </a:xfrm>
        </p:grpSpPr>
        <p:sp>
          <p:nvSpPr>
            <p:cNvPr id="19" name="TextBox 18"/>
            <p:cNvSpPr txBox="1"/>
            <p:nvPr/>
          </p:nvSpPr>
          <p:spPr>
            <a:xfrm>
              <a:off x="1435532" y="371475"/>
              <a:ext cx="6272926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Groq API &amp; LLM Implementation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35532" y="771524"/>
              <a:ext cx="627292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FFFFFF"/>
                  </a:solidFill>
                  <a:latin typeface="Funnel Display 600"/>
                </a:rPr>
                <a:t>Architecture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803042" y="1821405"/>
            <a:ext cx="1195987" cy="2226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Funnel Display Regular"/>
              </a:rPr>
              <a:t>AI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9472" y="2137512"/>
            <a:ext cx="342292" cy="362786"/>
          </a:xfrm>
          <a:custGeom>
            <a:avLst/>
            <a:gdLst/>
            <a:ahLst/>
            <a:cxnLst/>
            <a:rect l="0" t="0" r="0" b="0"/>
            <a:pathLst>
              <a:path w="342292" h="362786">
                <a:moveTo>
                  <a:pt x="167924" y="362786"/>
                </a:moveTo>
                <a:lnTo>
                  <a:pt x="167924" y="154155"/>
                </a:lnTo>
                <a:moveTo>
                  <a:pt x="121562" y="208234"/>
                </a:moveTo>
                <a:lnTo>
                  <a:pt x="121562" y="339604"/>
                </a:lnTo>
                <a:lnTo>
                  <a:pt x="82932" y="339604"/>
                </a:lnTo>
                <a:lnTo>
                  <a:pt x="82932" y="362786"/>
                </a:lnTo>
                <a:moveTo>
                  <a:pt x="28837" y="362786"/>
                </a:moveTo>
                <a:lnTo>
                  <a:pt x="28837" y="293242"/>
                </a:lnTo>
                <a:lnTo>
                  <a:pt x="75199" y="293242"/>
                </a:lnTo>
                <a:lnTo>
                  <a:pt x="75199" y="231415"/>
                </a:lnTo>
                <a:moveTo>
                  <a:pt x="214287" y="208234"/>
                </a:moveTo>
                <a:lnTo>
                  <a:pt x="214287" y="339604"/>
                </a:lnTo>
                <a:lnTo>
                  <a:pt x="252932" y="339604"/>
                </a:lnTo>
                <a:lnTo>
                  <a:pt x="252932" y="362786"/>
                </a:lnTo>
                <a:moveTo>
                  <a:pt x="307027" y="362786"/>
                </a:moveTo>
                <a:lnTo>
                  <a:pt x="307027" y="293242"/>
                </a:lnTo>
                <a:lnTo>
                  <a:pt x="260664" y="293242"/>
                </a:lnTo>
                <a:lnTo>
                  <a:pt x="260664" y="231415"/>
                </a:lnTo>
                <a:moveTo>
                  <a:pt x="287542" y="211234"/>
                </a:moveTo>
                <a:cubicBezTo>
                  <a:pt x="319877" y="202993"/>
                  <a:pt x="342292" y="173585"/>
                  <a:pt x="341667" y="140221"/>
                </a:cubicBezTo>
                <a:cubicBezTo>
                  <a:pt x="341682" y="120148"/>
                  <a:pt x="333520" y="100934"/>
                  <a:pt x="319063" y="87008"/>
                </a:cubicBezTo>
                <a:cubicBezTo>
                  <a:pt x="304606" y="73081"/>
                  <a:pt x="285100" y="65644"/>
                  <a:pt x="265041" y="66410"/>
                </a:cubicBezTo>
                <a:cubicBezTo>
                  <a:pt x="244894" y="23649"/>
                  <a:pt x="198311" y="0"/>
                  <a:pt x="151901" y="8971"/>
                </a:cubicBezTo>
                <a:cubicBezTo>
                  <a:pt x="105491" y="17942"/>
                  <a:pt x="71077" y="57248"/>
                  <a:pt x="68318" y="104437"/>
                </a:cubicBezTo>
                <a:cubicBezTo>
                  <a:pt x="51974" y="100999"/>
                  <a:pt x="34951" y="105111"/>
                  <a:pt x="21979" y="115630"/>
                </a:cubicBezTo>
                <a:cubicBezTo>
                  <a:pt x="9006" y="126149"/>
                  <a:pt x="1465" y="141954"/>
                  <a:pt x="1450" y="158655"/>
                </a:cubicBezTo>
                <a:cubicBezTo>
                  <a:pt x="0" y="184433"/>
                  <a:pt x="17997" y="207247"/>
                  <a:pt x="43405" y="211837"/>
                </a:cubicBezTo>
              </a:path>
            </a:pathLst>
          </a:custGeom>
          <a:noFill/>
          <a:ln w="2319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7011" y="3899827"/>
            <a:ext cx="1019651" cy="2226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Funnel Display 600"/>
              </a:rPr>
              <a:t>Smart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2411" y="3899827"/>
            <a:ext cx="777240" cy="2226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Funnel Display Regular"/>
              </a:rPr>
              <a:t>Groq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5400" y="3899827"/>
            <a:ext cx="1361598" cy="2226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Funnel Display 600"/>
              </a:rPr>
              <a:t>Fault Tolerance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5389" y="4223038"/>
            <a:ext cx="262895" cy="355682"/>
          </a:xfrm>
          <a:custGeom>
            <a:avLst/>
            <a:gdLst/>
            <a:ahLst/>
            <a:cxnLst/>
            <a:rect l="0" t="0" r="0" b="0"/>
            <a:pathLst>
              <a:path w="262895" h="355682">
                <a:moveTo>
                  <a:pt x="59228" y="68043"/>
                </a:moveTo>
                <a:lnTo>
                  <a:pt x="77322" y="0"/>
                </a:lnTo>
                <a:lnTo>
                  <a:pt x="185573" y="0"/>
                </a:lnTo>
                <a:lnTo>
                  <a:pt x="203666" y="68043"/>
                </a:lnTo>
                <a:moveTo>
                  <a:pt x="59228" y="287638"/>
                </a:moveTo>
                <a:lnTo>
                  <a:pt x="77322" y="355682"/>
                </a:lnTo>
                <a:lnTo>
                  <a:pt x="185573" y="355682"/>
                </a:lnTo>
                <a:lnTo>
                  <a:pt x="204285" y="287329"/>
                </a:lnTo>
                <a:moveTo>
                  <a:pt x="0" y="177841"/>
                </a:moveTo>
                <a:cubicBezTo>
                  <a:pt x="0" y="250437"/>
                  <a:pt x="58851" y="309288"/>
                  <a:pt x="131447" y="309288"/>
                </a:cubicBezTo>
                <a:cubicBezTo>
                  <a:pt x="204044" y="309288"/>
                  <a:pt x="262895" y="250437"/>
                  <a:pt x="262895" y="177841"/>
                </a:cubicBezTo>
                <a:cubicBezTo>
                  <a:pt x="262895" y="105244"/>
                  <a:pt x="204044" y="46393"/>
                  <a:pt x="131447" y="46393"/>
                </a:cubicBezTo>
                <a:cubicBezTo>
                  <a:pt x="58851" y="46393"/>
                  <a:pt x="0" y="105244"/>
                  <a:pt x="0" y="177841"/>
                </a:cubicBezTo>
                <a:moveTo>
                  <a:pt x="185573" y="123715"/>
                </a:moveTo>
                <a:cubicBezTo>
                  <a:pt x="194114" y="123715"/>
                  <a:pt x="201037" y="130639"/>
                  <a:pt x="201037" y="139179"/>
                </a:cubicBezTo>
                <a:lnTo>
                  <a:pt x="201037" y="201037"/>
                </a:lnTo>
                <a:cubicBezTo>
                  <a:pt x="201037" y="209578"/>
                  <a:pt x="194114" y="216502"/>
                  <a:pt x="185573" y="216502"/>
                </a:cubicBezTo>
                <a:lnTo>
                  <a:pt x="146912" y="216502"/>
                </a:lnTo>
                <a:lnTo>
                  <a:pt x="108251" y="247431"/>
                </a:lnTo>
                <a:lnTo>
                  <a:pt x="108251" y="216502"/>
                </a:lnTo>
                <a:lnTo>
                  <a:pt x="92786" y="216502"/>
                </a:lnTo>
                <a:cubicBezTo>
                  <a:pt x="84245" y="216502"/>
                  <a:pt x="77322" y="209578"/>
                  <a:pt x="77322" y="201037"/>
                </a:cubicBezTo>
                <a:lnTo>
                  <a:pt x="77322" y="139179"/>
                </a:lnTo>
                <a:cubicBezTo>
                  <a:pt x="77322" y="130639"/>
                  <a:pt x="84245" y="123715"/>
                  <a:pt x="92786" y="123715"/>
                </a:cubicBezTo>
                <a:close/>
                <a:moveTo>
                  <a:pt x="170108" y="154644"/>
                </a:moveTo>
                <a:lnTo>
                  <a:pt x="108251" y="154644"/>
                </a:lnTo>
                <a:moveTo>
                  <a:pt x="154644" y="185573"/>
                </a:moveTo>
                <a:lnTo>
                  <a:pt x="108251" y="185573"/>
                </a:lnTo>
              </a:path>
            </a:pathLst>
          </a:custGeom>
          <a:noFill/>
          <a:ln w="2319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23190" y="4223038"/>
            <a:ext cx="355682" cy="355682"/>
          </a:xfrm>
          <a:custGeom>
            <a:avLst/>
            <a:gdLst/>
            <a:ahLst/>
            <a:cxnLst/>
            <a:rect l="0" t="0" r="0" b="0"/>
            <a:pathLst>
              <a:path w="355682" h="355682">
                <a:moveTo>
                  <a:pt x="332485" y="0"/>
                </a:moveTo>
                <a:lnTo>
                  <a:pt x="309288" y="61857"/>
                </a:lnTo>
                <a:lnTo>
                  <a:pt x="355682" y="61857"/>
                </a:lnTo>
                <a:lnTo>
                  <a:pt x="239698" y="170108"/>
                </a:lnTo>
                <a:lnTo>
                  <a:pt x="274184" y="92786"/>
                </a:lnTo>
                <a:lnTo>
                  <a:pt x="231966" y="92786"/>
                </a:lnTo>
                <a:lnTo>
                  <a:pt x="270627" y="0"/>
                </a:lnTo>
                <a:close/>
                <a:moveTo>
                  <a:pt x="231966" y="201037"/>
                </a:moveTo>
                <a:lnTo>
                  <a:pt x="231966" y="293824"/>
                </a:lnTo>
                <a:cubicBezTo>
                  <a:pt x="231966" y="302365"/>
                  <a:pt x="225042" y="309288"/>
                  <a:pt x="216502" y="309288"/>
                </a:cubicBezTo>
                <a:lnTo>
                  <a:pt x="61857" y="309288"/>
                </a:lnTo>
                <a:cubicBezTo>
                  <a:pt x="53316" y="309288"/>
                  <a:pt x="46393" y="302365"/>
                  <a:pt x="46393" y="293824"/>
                </a:cubicBezTo>
                <a:lnTo>
                  <a:pt x="46393" y="139179"/>
                </a:lnTo>
                <a:cubicBezTo>
                  <a:pt x="46393" y="130639"/>
                  <a:pt x="53316" y="123715"/>
                  <a:pt x="61857" y="123715"/>
                </a:cubicBezTo>
                <a:lnTo>
                  <a:pt x="216502" y="123715"/>
                </a:lnTo>
                <a:moveTo>
                  <a:pt x="139179" y="309288"/>
                </a:moveTo>
                <a:lnTo>
                  <a:pt x="139179" y="355682"/>
                </a:lnTo>
                <a:moveTo>
                  <a:pt x="201037" y="309288"/>
                </a:moveTo>
                <a:lnTo>
                  <a:pt x="201037" y="355682"/>
                </a:lnTo>
                <a:moveTo>
                  <a:pt x="139179" y="77322"/>
                </a:moveTo>
                <a:lnTo>
                  <a:pt x="139179" y="123715"/>
                </a:lnTo>
                <a:moveTo>
                  <a:pt x="77322" y="309288"/>
                </a:moveTo>
                <a:lnTo>
                  <a:pt x="77322" y="355682"/>
                </a:lnTo>
                <a:moveTo>
                  <a:pt x="77322" y="77322"/>
                </a:moveTo>
                <a:lnTo>
                  <a:pt x="77322" y="123715"/>
                </a:lnTo>
                <a:moveTo>
                  <a:pt x="231966" y="278359"/>
                </a:moveTo>
                <a:lnTo>
                  <a:pt x="278359" y="278359"/>
                </a:lnTo>
                <a:moveTo>
                  <a:pt x="46393" y="216502"/>
                </a:moveTo>
                <a:lnTo>
                  <a:pt x="0" y="216502"/>
                </a:lnTo>
                <a:moveTo>
                  <a:pt x="278359" y="216502"/>
                </a:moveTo>
                <a:lnTo>
                  <a:pt x="231966" y="216502"/>
                </a:lnTo>
                <a:moveTo>
                  <a:pt x="46393" y="154644"/>
                </a:moveTo>
                <a:lnTo>
                  <a:pt x="0" y="154644"/>
                </a:lnTo>
                <a:moveTo>
                  <a:pt x="46393" y="278359"/>
                </a:moveTo>
                <a:lnTo>
                  <a:pt x="0" y="278359"/>
                </a:lnTo>
                <a:moveTo>
                  <a:pt x="108251" y="154644"/>
                </a:moveTo>
                <a:cubicBezTo>
                  <a:pt x="77322" y="154644"/>
                  <a:pt x="77322" y="185573"/>
                  <a:pt x="77322" y="185573"/>
                </a:cubicBezTo>
                <a:lnTo>
                  <a:pt x="77322" y="247431"/>
                </a:lnTo>
                <a:cubicBezTo>
                  <a:pt x="77322" y="278359"/>
                  <a:pt x="108251" y="278359"/>
                  <a:pt x="108251" y="278359"/>
                </a:cubicBezTo>
                <a:lnTo>
                  <a:pt x="170108" y="278359"/>
                </a:lnTo>
                <a:cubicBezTo>
                  <a:pt x="201037" y="278359"/>
                  <a:pt x="201037" y="247431"/>
                  <a:pt x="201037" y="247431"/>
                </a:cubicBezTo>
                <a:lnTo>
                  <a:pt x="201037" y="185573"/>
                </a:lnTo>
                <a:cubicBezTo>
                  <a:pt x="201037" y="154644"/>
                  <a:pt x="170108" y="154644"/>
                  <a:pt x="170108" y="154644"/>
                </a:cubicBezTo>
                <a:lnTo>
                  <a:pt x="108251" y="154644"/>
                </a:lnTo>
              </a:path>
            </a:pathLst>
          </a:custGeom>
          <a:noFill/>
          <a:ln w="2319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18358" y="4223038"/>
            <a:ext cx="355682" cy="355682"/>
          </a:xfrm>
          <a:custGeom>
            <a:avLst/>
            <a:gdLst/>
            <a:ahLst/>
            <a:cxnLst/>
            <a:rect l="0" t="0" r="0" b="0"/>
            <a:pathLst>
              <a:path w="355682" h="355682">
                <a:moveTo>
                  <a:pt x="77322" y="61857"/>
                </a:moveTo>
                <a:lnTo>
                  <a:pt x="278359" y="61857"/>
                </a:lnTo>
                <a:cubicBezTo>
                  <a:pt x="278359" y="61857"/>
                  <a:pt x="293824" y="61857"/>
                  <a:pt x="293824" y="77322"/>
                </a:cubicBezTo>
                <a:lnTo>
                  <a:pt x="293824" y="278359"/>
                </a:lnTo>
                <a:cubicBezTo>
                  <a:pt x="293824" y="278359"/>
                  <a:pt x="293824" y="293824"/>
                  <a:pt x="278359" y="293824"/>
                </a:cubicBezTo>
                <a:lnTo>
                  <a:pt x="77322" y="293824"/>
                </a:lnTo>
                <a:cubicBezTo>
                  <a:pt x="77322" y="293824"/>
                  <a:pt x="61857" y="293824"/>
                  <a:pt x="61857" y="278359"/>
                </a:cubicBezTo>
                <a:lnTo>
                  <a:pt x="61857" y="77322"/>
                </a:lnTo>
                <a:cubicBezTo>
                  <a:pt x="61857" y="77322"/>
                  <a:pt x="61857" y="61857"/>
                  <a:pt x="77322" y="61857"/>
                </a:cubicBezTo>
                <a:moveTo>
                  <a:pt x="177841" y="0"/>
                </a:moveTo>
                <a:lnTo>
                  <a:pt x="177841" y="61857"/>
                </a:lnTo>
                <a:moveTo>
                  <a:pt x="108251" y="0"/>
                </a:moveTo>
                <a:lnTo>
                  <a:pt x="108251" y="61857"/>
                </a:lnTo>
                <a:moveTo>
                  <a:pt x="247431" y="0"/>
                </a:moveTo>
                <a:lnTo>
                  <a:pt x="247431" y="61857"/>
                </a:lnTo>
                <a:moveTo>
                  <a:pt x="0" y="177841"/>
                </a:moveTo>
                <a:lnTo>
                  <a:pt x="61857" y="177841"/>
                </a:lnTo>
                <a:moveTo>
                  <a:pt x="0" y="247431"/>
                </a:moveTo>
                <a:lnTo>
                  <a:pt x="61857" y="247431"/>
                </a:lnTo>
                <a:moveTo>
                  <a:pt x="0" y="108251"/>
                </a:moveTo>
                <a:lnTo>
                  <a:pt x="61857" y="108251"/>
                </a:lnTo>
                <a:moveTo>
                  <a:pt x="177841" y="355682"/>
                </a:moveTo>
                <a:lnTo>
                  <a:pt x="177841" y="293824"/>
                </a:lnTo>
                <a:moveTo>
                  <a:pt x="247431" y="355682"/>
                </a:moveTo>
                <a:lnTo>
                  <a:pt x="247431" y="293824"/>
                </a:lnTo>
                <a:moveTo>
                  <a:pt x="108251" y="355682"/>
                </a:moveTo>
                <a:lnTo>
                  <a:pt x="108251" y="293824"/>
                </a:lnTo>
                <a:moveTo>
                  <a:pt x="355682" y="177841"/>
                </a:moveTo>
                <a:lnTo>
                  <a:pt x="293824" y="177841"/>
                </a:lnTo>
                <a:moveTo>
                  <a:pt x="355682" y="108251"/>
                </a:moveTo>
                <a:lnTo>
                  <a:pt x="293824" y="108251"/>
                </a:lnTo>
                <a:moveTo>
                  <a:pt x="355682" y="247431"/>
                </a:moveTo>
                <a:lnTo>
                  <a:pt x="293824" y="247431"/>
                </a:lnTo>
                <a:moveTo>
                  <a:pt x="123715" y="92786"/>
                </a:moveTo>
                <a:cubicBezTo>
                  <a:pt x="92786" y="92786"/>
                  <a:pt x="92786" y="123715"/>
                  <a:pt x="92786" y="123715"/>
                </a:cubicBezTo>
                <a:lnTo>
                  <a:pt x="92786" y="231966"/>
                </a:lnTo>
                <a:cubicBezTo>
                  <a:pt x="92786" y="262895"/>
                  <a:pt x="123715" y="262895"/>
                  <a:pt x="123715" y="262895"/>
                </a:cubicBezTo>
                <a:lnTo>
                  <a:pt x="231966" y="262895"/>
                </a:lnTo>
                <a:cubicBezTo>
                  <a:pt x="262895" y="262895"/>
                  <a:pt x="262895" y="231966"/>
                  <a:pt x="262895" y="231966"/>
                </a:cubicBezTo>
                <a:lnTo>
                  <a:pt x="262895" y="123715"/>
                </a:lnTo>
                <a:cubicBezTo>
                  <a:pt x="262895" y="92786"/>
                  <a:pt x="231966" y="92786"/>
                  <a:pt x="231966" y="92786"/>
                </a:cubicBezTo>
                <a:lnTo>
                  <a:pt x="123715" y="92786"/>
                </a:lnTo>
                <a:moveTo>
                  <a:pt x="131447" y="139179"/>
                </a:moveTo>
                <a:cubicBezTo>
                  <a:pt x="131447" y="173974"/>
                  <a:pt x="136319" y="216594"/>
                  <a:pt x="177841" y="231966"/>
                </a:cubicBezTo>
                <a:cubicBezTo>
                  <a:pt x="219363" y="216594"/>
                  <a:pt x="224234" y="173974"/>
                  <a:pt x="224234" y="139179"/>
                </a:cubicBezTo>
                <a:close/>
                <a:moveTo>
                  <a:pt x="224234" y="139179"/>
                </a:moveTo>
                <a:lnTo>
                  <a:pt x="144159" y="203713"/>
                </a:lnTo>
              </a:path>
            </a:pathLst>
          </a:custGeom>
          <a:noFill/>
          <a:ln w="2319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6947831" y="3739013"/>
            <a:ext cx="118110" cy="378141"/>
            <a:chOff x="6929439" y="3676301"/>
            <a:chExt cx="118110" cy="378141"/>
          </a:xfrm>
        </p:grpSpPr>
        <p:sp>
          <p:nvSpPr>
            <p:cNvPr id="2" name="Rounded Rectangle 1"/>
            <p:cNvSpPr/>
            <p:nvPr/>
          </p:nvSpPr>
          <p:spPr>
            <a:xfrm>
              <a:off x="6988494" y="3676301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929439" y="3995388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156693" y="3787214"/>
            <a:ext cx="118110" cy="378142"/>
            <a:chOff x="7138301" y="3724502"/>
            <a:chExt cx="118110" cy="378142"/>
          </a:xfrm>
        </p:grpSpPr>
        <p:sp>
          <p:nvSpPr>
            <p:cNvPr id="5" name="Rounded Rectangle 4"/>
            <p:cNvSpPr/>
            <p:nvPr/>
          </p:nvSpPr>
          <p:spPr>
            <a:xfrm>
              <a:off x="7197356" y="3724502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138301" y="4043590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783279" y="3739082"/>
            <a:ext cx="118110" cy="378142"/>
            <a:chOff x="7764887" y="3676370"/>
            <a:chExt cx="118110" cy="378142"/>
          </a:xfrm>
        </p:grpSpPr>
        <p:sp>
          <p:nvSpPr>
            <p:cNvPr id="8" name="Rounded Rectangle 7"/>
            <p:cNvSpPr/>
            <p:nvPr/>
          </p:nvSpPr>
          <p:spPr>
            <a:xfrm>
              <a:off x="7823942" y="3676370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764887" y="3995458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574418" y="3787214"/>
            <a:ext cx="118110" cy="378142"/>
            <a:chOff x="7556026" y="3724502"/>
            <a:chExt cx="118110" cy="378142"/>
          </a:xfrm>
        </p:grpSpPr>
        <p:sp>
          <p:nvSpPr>
            <p:cNvPr id="11" name="Rounded Rectangle 10"/>
            <p:cNvSpPr/>
            <p:nvPr/>
          </p:nvSpPr>
          <p:spPr>
            <a:xfrm>
              <a:off x="7615081" y="3724502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556026" y="4043590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365555" y="3835421"/>
            <a:ext cx="118110" cy="378141"/>
            <a:chOff x="7347163" y="3772709"/>
            <a:chExt cx="118110" cy="378141"/>
          </a:xfrm>
        </p:grpSpPr>
        <p:sp>
          <p:nvSpPr>
            <p:cNvPr id="14" name="Rounded Rectangle 13"/>
            <p:cNvSpPr/>
            <p:nvPr/>
          </p:nvSpPr>
          <p:spPr>
            <a:xfrm>
              <a:off x="7406218" y="3772709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347163" y="4091796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6067006" y="3156616"/>
            <a:ext cx="2715206" cy="678799"/>
          </a:xfrm>
          <a:custGeom>
            <a:avLst/>
            <a:gdLst/>
            <a:ahLst/>
            <a:cxnLst/>
            <a:rect l="0" t="0" r="0" b="0"/>
            <a:pathLst>
              <a:path w="2715206" h="678799">
                <a:moveTo>
                  <a:pt x="2715206" y="261080"/>
                </a:moveTo>
                <a:lnTo>
                  <a:pt x="2715206" y="365512"/>
                </a:lnTo>
                <a:lnTo>
                  <a:pt x="1357607" y="678799"/>
                </a:lnTo>
                <a:lnTo>
                  <a:pt x="0" y="365512"/>
                </a:lnTo>
                <a:lnTo>
                  <a:pt x="0" y="261080"/>
                </a:lnTo>
                <a:lnTo>
                  <a:pt x="1131331" y="0"/>
                </a:lnTo>
                <a:lnTo>
                  <a:pt x="1357607" y="52216"/>
                </a:lnTo>
                <a:lnTo>
                  <a:pt x="1583874" y="0"/>
                </a:lnTo>
                <a:lnTo>
                  <a:pt x="2715206" y="26108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67006" y="3156616"/>
            <a:ext cx="2715208" cy="678802"/>
          </a:xfrm>
          <a:custGeom>
            <a:avLst/>
            <a:gdLst/>
            <a:ahLst/>
            <a:cxnLst/>
            <a:rect l="0" t="0" r="0" b="0"/>
            <a:pathLst>
              <a:path w="2715208" h="678802">
                <a:moveTo>
                  <a:pt x="0" y="261077"/>
                </a:moveTo>
                <a:lnTo>
                  <a:pt x="0" y="365508"/>
                </a:lnTo>
                <a:lnTo>
                  <a:pt x="1357604" y="678802"/>
                </a:lnTo>
                <a:lnTo>
                  <a:pt x="2715208" y="365508"/>
                </a:lnTo>
                <a:lnTo>
                  <a:pt x="2715208" y="261077"/>
                </a:lnTo>
                <a:moveTo>
                  <a:pt x="2715208" y="261077"/>
                </a:moveTo>
                <a:lnTo>
                  <a:pt x="1357355" y="574370"/>
                </a:lnTo>
                <a:lnTo>
                  <a:pt x="0" y="261077"/>
                </a:lnTo>
                <a:moveTo>
                  <a:pt x="0" y="261077"/>
                </a:moveTo>
                <a:lnTo>
                  <a:pt x="1131336" y="0"/>
                </a:lnTo>
                <a:lnTo>
                  <a:pt x="1357604" y="52215"/>
                </a:lnTo>
                <a:lnTo>
                  <a:pt x="1583871" y="0"/>
                </a:lnTo>
                <a:lnTo>
                  <a:pt x="2715208" y="261077"/>
                </a:lnTo>
              </a:path>
            </a:pathLst>
          </a:custGeom>
          <a:noFill/>
          <a:ln w="130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1" name="Group 20"/>
          <p:cNvGrpSpPr/>
          <p:nvPr/>
        </p:nvGrpSpPr>
        <p:grpSpPr>
          <a:xfrm>
            <a:off x="6738969" y="3064221"/>
            <a:ext cx="118110" cy="378142"/>
            <a:chOff x="6720577" y="3001509"/>
            <a:chExt cx="118110" cy="378142"/>
          </a:xfrm>
        </p:grpSpPr>
        <p:sp>
          <p:nvSpPr>
            <p:cNvPr id="19" name="Rounded Rectangle 18"/>
            <p:cNvSpPr/>
            <p:nvPr/>
          </p:nvSpPr>
          <p:spPr>
            <a:xfrm>
              <a:off x="6779632" y="3001509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720577" y="3320597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947831" y="3112423"/>
            <a:ext cx="118110" cy="378142"/>
            <a:chOff x="6929439" y="3049711"/>
            <a:chExt cx="118110" cy="378142"/>
          </a:xfrm>
        </p:grpSpPr>
        <p:sp>
          <p:nvSpPr>
            <p:cNvPr id="22" name="Rounded Rectangle 21"/>
            <p:cNvSpPr/>
            <p:nvPr/>
          </p:nvSpPr>
          <p:spPr>
            <a:xfrm>
              <a:off x="6988494" y="3049711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929439" y="3368799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156693" y="3160629"/>
            <a:ext cx="118110" cy="378142"/>
            <a:chOff x="7138301" y="3097917"/>
            <a:chExt cx="118110" cy="378142"/>
          </a:xfrm>
        </p:grpSpPr>
        <p:sp>
          <p:nvSpPr>
            <p:cNvPr id="25" name="Rounded Rectangle 24"/>
            <p:cNvSpPr/>
            <p:nvPr/>
          </p:nvSpPr>
          <p:spPr>
            <a:xfrm>
              <a:off x="7197356" y="3097917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138301" y="3417005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992142" y="3064291"/>
            <a:ext cx="118110" cy="378142"/>
            <a:chOff x="7973750" y="3001579"/>
            <a:chExt cx="118110" cy="378142"/>
          </a:xfrm>
        </p:grpSpPr>
        <p:sp>
          <p:nvSpPr>
            <p:cNvPr id="28" name="Rounded Rectangle 27"/>
            <p:cNvSpPr/>
            <p:nvPr/>
          </p:nvSpPr>
          <p:spPr>
            <a:xfrm>
              <a:off x="8032805" y="3001579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7973750" y="3320667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783279" y="3112493"/>
            <a:ext cx="118110" cy="378141"/>
            <a:chOff x="7764887" y="3049781"/>
            <a:chExt cx="118110" cy="378141"/>
          </a:xfrm>
        </p:grpSpPr>
        <p:sp>
          <p:nvSpPr>
            <p:cNvPr id="31" name="Rounded Rectangle 30"/>
            <p:cNvSpPr/>
            <p:nvPr/>
          </p:nvSpPr>
          <p:spPr>
            <a:xfrm>
              <a:off x="7823942" y="3049781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64887" y="3368868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574418" y="3160629"/>
            <a:ext cx="118110" cy="378142"/>
            <a:chOff x="7556026" y="3097917"/>
            <a:chExt cx="118110" cy="378142"/>
          </a:xfrm>
        </p:grpSpPr>
        <p:sp>
          <p:nvSpPr>
            <p:cNvPr id="34" name="Rounded Rectangle 33"/>
            <p:cNvSpPr/>
            <p:nvPr/>
          </p:nvSpPr>
          <p:spPr>
            <a:xfrm>
              <a:off x="7615081" y="3097917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556026" y="3417005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365555" y="3208831"/>
            <a:ext cx="118110" cy="378142"/>
            <a:chOff x="7347163" y="3146119"/>
            <a:chExt cx="118110" cy="378142"/>
          </a:xfrm>
        </p:grpSpPr>
        <p:sp>
          <p:nvSpPr>
            <p:cNvPr id="37" name="Rounded Rectangle 36"/>
            <p:cNvSpPr/>
            <p:nvPr/>
          </p:nvSpPr>
          <p:spPr>
            <a:xfrm>
              <a:off x="7406218" y="3146119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7347163" y="3465207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6067006" y="2530031"/>
            <a:ext cx="2715206" cy="678799"/>
          </a:xfrm>
          <a:custGeom>
            <a:avLst/>
            <a:gdLst/>
            <a:ahLst/>
            <a:cxnLst/>
            <a:rect l="0" t="0" r="0" b="0"/>
            <a:pathLst>
              <a:path w="2715206" h="678799">
                <a:moveTo>
                  <a:pt x="2715206" y="261080"/>
                </a:moveTo>
                <a:lnTo>
                  <a:pt x="2715206" y="365512"/>
                </a:lnTo>
                <a:lnTo>
                  <a:pt x="1357607" y="678799"/>
                </a:lnTo>
                <a:lnTo>
                  <a:pt x="0" y="365512"/>
                </a:lnTo>
                <a:lnTo>
                  <a:pt x="0" y="261080"/>
                </a:lnTo>
                <a:lnTo>
                  <a:pt x="1131331" y="0"/>
                </a:lnTo>
                <a:lnTo>
                  <a:pt x="1357607" y="52216"/>
                </a:lnTo>
                <a:lnTo>
                  <a:pt x="1583874" y="0"/>
                </a:lnTo>
                <a:lnTo>
                  <a:pt x="2715206" y="261080"/>
                </a:lnTo>
              </a:path>
            </a:pathLst>
          </a:custGeom>
          <a:solidFill>
            <a:srgbClr val="7E56F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67006" y="2530031"/>
            <a:ext cx="2715208" cy="678802"/>
          </a:xfrm>
          <a:custGeom>
            <a:avLst/>
            <a:gdLst/>
            <a:ahLst/>
            <a:cxnLst/>
            <a:rect l="0" t="0" r="0" b="0"/>
            <a:pathLst>
              <a:path w="2715208" h="678802">
                <a:moveTo>
                  <a:pt x="0" y="261077"/>
                </a:moveTo>
                <a:lnTo>
                  <a:pt x="0" y="365508"/>
                </a:lnTo>
                <a:lnTo>
                  <a:pt x="1357604" y="678802"/>
                </a:lnTo>
                <a:lnTo>
                  <a:pt x="2715208" y="365508"/>
                </a:lnTo>
                <a:lnTo>
                  <a:pt x="2715208" y="261077"/>
                </a:lnTo>
                <a:moveTo>
                  <a:pt x="2715208" y="261077"/>
                </a:moveTo>
                <a:lnTo>
                  <a:pt x="1357355" y="574370"/>
                </a:lnTo>
                <a:lnTo>
                  <a:pt x="0" y="261077"/>
                </a:lnTo>
                <a:moveTo>
                  <a:pt x="0" y="261077"/>
                </a:moveTo>
                <a:lnTo>
                  <a:pt x="1131336" y="0"/>
                </a:lnTo>
                <a:lnTo>
                  <a:pt x="1357604" y="52215"/>
                </a:lnTo>
                <a:lnTo>
                  <a:pt x="1583871" y="0"/>
                </a:lnTo>
                <a:lnTo>
                  <a:pt x="2715208" y="261077"/>
                </a:lnTo>
              </a:path>
            </a:pathLst>
          </a:custGeom>
          <a:noFill/>
          <a:ln w="130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4" name="Group 43"/>
          <p:cNvGrpSpPr/>
          <p:nvPr/>
        </p:nvGrpSpPr>
        <p:grpSpPr>
          <a:xfrm>
            <a:off x="6530106" y="2389430"/>
            <a:ext cx="118110" cy="378141"/>
            <a:chOff x="6511714" y="2326718"/>
            <a:chExt cx="118110" cy="378141"/>
          </a:xfrm>
        </p:grpSpPr>
        <p:sp>
          <p:nvSpPr>
            <p:cNvPr id="42" name="Rounded Rectangle 41"/>
            <p:cNvSpPr/>
            <p:nvPr/>
          </p:nvSpPr>
          <p:spPr>
            <a:xfrm>
              <a:off x="6570769" y="2326718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511714" y="2645805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738969" y="2437636"/>
            <a:ext cx="118110" cy="378142"/>
            <a:chOff x="6720577" y="2374924"/>
            <a:chExt cx="118110" cy="378142"/>
          </a:xfrm>
        </p:grpSpPr>
        <p:sp>
          <p:nvSpPr>
            <p:cNvPr id="45" name="Rounded Rectangle 44"/>
            <p:cNvSpPr/>
            <p:nvPr/>
          </p:nvSpPr>
          <p:spPr>
            <a:xfrm>
              <a:off x="6779632" y="2374924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6720577" y="2694012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947831" y="2485838"/>
            <a:ext cx="118110" cy="378142"/>
            <a:chOff x="6929439" y="2423126"/>
            <a:chExt cx="118110" cy="378142"/>
          </a:xfrm>
        </p:grpSpPr>
        <p:sp>
          <p:nvSpPr>
            <p:cNvPr id="48" name="Rounded Rectangle 47"/>
            <p:cNvSpPr/>
            <p:nvPr/>
          </p:nvSpPr>
          <p:spPr>
            <a:xfrm>
              <a:off x="6988494" y="2423126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929439" y="2742214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156693" y="2534040"/>
            <a:ext cx="118110" cy="378141"/>
            <a:chOff x="7138301" y="2471328"/>
            <a:chExt cx="118110" cy="378141"/>
          </a:xfrm>
        </p:grpSpPr>
        <p:sp>
          <p:nvSpPr>
            <p:cNvPr id="51" name="Rounded Rectangle 50"/>
            <p:cNvSpPr/>
            <p:nvPr/>
          </p:nvSpPr>
          <p:spPr>
            <a:xfrm>
              <a:off x="7197356" y="2471328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7138301" y="2790415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8201004" y="2389560"/>
            <a:ext cx="118110" cy="378142"/>
            <a:chOff x="8182612" y="2326848"/>
            <a:chExt cx="118110" cy="378142"/>
          </a:xfrm>
        </p:grpSpPr>
        <p:sp>
          <p:nvSpPr>
            <p:cNvPr id="54" name="Rounded Rectangle 53"/>
            <p:cNvSpPr/>
            <p:nvPr/>
          </p:nvSpPr>
          <p:spPr>
            <a:xfrm>
              <a:off x="8241667" y="2326848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8182612" y="2645936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7992142" y="2437706"/>
            <a:ext cx="118110" cy="378142"/>
            <a:chOff x="7973750" y="2374994"/>
            <a:chExt cx="118110" cy="378142"/>
          </a:xfrm>
        </p:grpSpPr>
        <p:sp>
          <p:nvSpPr>
            <p:cNvPr id="57" name="Rounded Rectangle 56"/>
            <p:cNvSpPr/>
            <p:nvPr/>
          </p:nvSpPr>
          <p:spPr>
            <a:xfrm>
              <a:off x="8032805" y="2374994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973750" y="2694082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7783279" y="2485908"/>
            <a:ext cx="118110" cy="378141"/>
            <a:chOff x="7764887" y="2423196"/>
            <a:chExt cx="118110" cy="378141"/>
          </a:xfrm>
        </p:grpSpPr>
        <p:sp>
          <p:nvSpPr>
            <p:cNvPr id="60" name="Rounded Rectangle 59"/>
            <p:cNvSpPr/>
            <p:nvPr/>
          </p:nvSpPr>
          <p:spPr>
            <a:xfrm>
              <a:off x="7823942" y="2423196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764887" y="2742283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574418" y="2534040"/>
            <a:ext cx="118110" cy="378141"/>
            <a:chOff x="7556026" y="2471328"/>
            <a:chExt cx="118110" cy="378141"/>
          </a:xfrm>
        </p:grpSpPr>
        <p:sp>
          <p:nvSpPr>
            <p:cNvPr id="63" name="Rounded Rectangle 62"/>
            <p:cNvSpPr/>
            <p:nvPr/>
          </p:nvSpPr>
          <p:spPr>
            <a:xfrm>
              <a:off x="7615081" y="2471328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7556026" y="2790415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7365555" y="2582246"/>
            <a:ext cx="118110" cy="378142"/>
            <a:chOff x="7347163" y="2519534"/>
            <a:chExt cx="118110" cy="378142"/>
          </a:xfrm>
        </p:grpSpPr>
        <p:sp>
          <p:nvSpPr>
            <p:cNvPr id="66" name="Rounded Rectangle 65"/>
            <p:cNvSpPr/>
            <p:nvPr/>
          </p:nvSpPr>
          <p:spPr>
            <a:xfrm>
              <a:off x="7406218" y="2519534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7347163" y="2838622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9" name="Rounded Rectangle 68"/>
          <p:cNvSpPr/>
          <p:nvPr/>
        </p:nvSpPr>
        <p:spPr>
          <a:xfrm>
            <a:off x="6067006" y="1903446"/>
            <a:ext cx="2715206" cy="678799"/>
          </a:xfrm>
          <a:custGeom>
            <a:avLst/>
            <a:gdLst/>
            <a:ahLst/>
            <a:cxnLst/>
            <a:rect l="0" t="0" r="0" b="0"/>
            <a:pathLst>
              <a:path w="2715206" h="678799">
                <a:moveTo>
                  <a:pt x="2715206" y="261080"/>
                </a:moveTo>
                <a:lnTo>
                  <a:pt x="2715206" y="365512"/>
                </a:lnTo>
                <a:lnTo>
                  <a:pt x="1357607" y="678799"/>
                </a:lnTo>
                <a:lnTo>
                  <a:pt x="0" y="365512"/>
                </a:lnTo>
                <a:lnTo>
                  <a:pt x="0" y="261080"/>
                </a:lnTo>
                <a:lnTo>
                  <a:pt x="1131331" y="0"/>
                </a:lnTo>
                <a:lnTo>
                  <a:pt x="1357607" y="52216"/>
                </a:lnTo>
                <a:lnTo>
                  <a:pt x="1583874" y="0"/>
                </a:lnTo>
                <a:lnTo>
                  <a:pt x="2715206" y="261080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067006" y="1903446"/>
            <a:ext cx="2715208" cy="678802"/>
          </a:xfrm>
          <a:custGeom>
            <a:avLst/>
            <a:gdLst/>
            <a:ahLst/>
            <a:cxnLst/>
            <a:rect l="0" t="0" r="0" b="0"/>
            <a:pathLst>
              <a:path w="2715208" h="678802">
                <a:moveTo>
                  <a:pt x="0" y="261077"/>
                </a:moveTo>
                <a:lnTo>
                  <a:pt x="0" y="365508"/>
                </a:lnTo>
                <a:lnTo>
                  <a:pt x="1357604" y="678802"/>
                </a:lnTo>
                <a:lnTo>
                  <a:pt x="2715208" y="365508"/>
                </a:lnTo>
                <a:lnTo>
                  <a:pt x="2715208" y="261077"/>
                </a:lnTo>
                <a:moveTo>
                  <a:pt x="2715208" y="261077"/>
                </a:moveTo>
                <a:lnTo>
                  <a:pt x="1357355" y="574370"/>
                </a:lnTo>
                <a:lnTo>
                  <a:pt x="0" y="261077"/>
                </a:lnTo>
                <a:moveTo>
                  <a:pt x="0" y="261077"/>
                </a:moveTo>
                <a:lnTo>
                  <a:pt x="1131336" y="0"/>
                </a:lnTo>
                <a:lnTo>
                  <a:pt x="1357604" y="52215"/>
                </a:lnTo>
                <a:lnTo>
                  <a:pt x="1583871" y="0"/>
                </a:lnTo>
                <a:lnTo>
                  <a:pt x="2715208" y="261077"/>
                </a:lnTo>
              </a:path>
            </a:pathLst>
          </a:custGeom>
          <a:noFill/>
          <a:ln w="130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3" name="Group 72"/>
          <p:cNvGrpSpPr/>
          <p:nvPr/>
        </p:nvGrpSpPr>
        <p:grpSpPr>
          <a:xfrm>
            <a:off x="6321244" y="1714639"/>
            <a:ext cx="118110" cy="378141"/>
            <a:chOff x="6302852" y="1651927"/>
            <a:chExt cx="118110" cy="378141"/>
          </a:xfrm>
        </p:grpSpPr>
        <p:sp>
          <p:nvSpPr>
            <p:cNvPr id="71" name="Rounded Rectangle 70"/>
            <p:cNvSpPr/>
            <p:nvPr/>
          </p:nvSpPr>
          <p:spPr>
            <a:xfrm>
              <a:off x="6361907" y="1651927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6302852" y="1971014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6530106" y="1762845"/>
            <a:ext cx="118110" cy="378141"/>
            <a:chOff x="6511714" y="1700133"/>
            <a:chExt cx="118110" cy="378141"/>
          </a:xfrm>
        </p:grpSpPr>
        <p:sp>
          <p:nvSpPr>
            <p:cNvPr id="74" name="Rounded Rectangle 73"/>
            <p:cNvSpPr/>
            <p:nvPr/>
          </p:nvSpPr>
          <p:spPr>
            <a:xfrm>
              <a:off x="6570769" y="1700133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6511714" y="2019220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738969" y="1811047"/>
            <a:ext cx="118110" cy="378141"/>
            <a:chOff x="6720577" y="1748335"/>
            <a:chExt cx="118110" cy="378141"/>
          </a:xfrm>
        </p:grpSpPr>
        <p:sp>
          <p:nvSpPr>
            <p:cNvPr id="77" name="Rounded Rectangle 76"/>
            <p:cNvSpPr/>
            <p:nvPr/>
          </p:nvSpPr>
          <p:spPr>
            <a:xfrm>
              <a:off x="6779632" y="1748335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720577" y="2067422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6947831" y="1859253"/>
            <a:ext cx="118110" cy="378142"/>
            <a:chOff x="6929439" y="1796541"/>
            <a:chExt cx="118110" cy="378142"/>
          </a:xfrm>
        </p:grpSpPr>
        <p:sp>
          <p:nvSpPr>
            <p:cNvPr id="80" name="Rounded Rectangle 79"/>
            <p:cNvSpPr/>
            <p:nvPr/>
          </p:nvSpPr>
          <p:spPr>
            <a:xfrm>
              <a:off x="6988494" y="1796541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6929439" y="2115629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7156693" y="1907455"/>
            <a:ext cx="118110" cy="378141"/>
            <a:chOff x="7138301" y="1844743"/>
            <a:chExt cx="118110" cy="378141"/>
          </a:xfrm>
        </p:grpSpPr>
        <p:sp>
          <p:nvSpPr>
            <p:cNvPr id="83" name="Rounded Rectangle 82"/>
            <p:cNvSpPr/>
            <p:nvPr/>
          </p:nvSpPr>
          <p:spPr>
            <a:xfrm>
              <a:off x="7197356" y="1844743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7138301" y="2163830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8409866" y="1714773"/>
            <a:ext cx="118110" cy="378142"/>
            <a:chOff x="8391474" y="1652061"/>
            <a:chExt cx="118110" cy="378142"/>
          </a:xfrm>
        </p:grpSpPr>
        <p:sp>
          <p:nvSpPr>
            <p:cNvPr id="86" name="Rounded Rectangle 85"/>
            <p:cNvSpPr/>
            <p:nvPr/>
          </p:nvSpPr>
          <p:spPr>
            <a:xfrm>
              <a:off x="8450529" y="1652061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8391474" y="1971149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8201004" y="1762975"/>
            <a:ext cx="118110" cy="378142"/>
            <a:chOff x="8182612" y="1700263"/>
            <a:chExt cx="118110" cy="378142"/>
          </a:xfrm>
        </p:grpSpPr>
        <p:sp>
          <p:nvSpPr>
            <p:cNvPr id="89" name="Rounded Rectangle 88"/>
            <p:cNvSpPr/>
            <p:nvPr/>
          </p:nvSpPr>
          <p:spPr>
            <a:xfrm>
              <a:off x="8241667" y="1700263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8182612" y="2019351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7992142" y="1811154"/>
            <a:ext cx="118110" cy="378141"/>
            <a:chOff x="7973750" y="1748442"/>
            <a:chExt cx="118110" cy="378141"/>
          </a:xfrm>
        </p:grpSpPr>
        <p:sp>
          <p:nvSpPr>
            <p:cNvPr id="92" name="Rounded Rectangle 91"/>
            <p:cNvSpPr/>
            <p:nvPr/>
          </p:nvSpPr>
          <p:spPr>
            <a:xfrm>
              <a:off x="8032805" y="1748442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7973750" y="2067529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7783279" y="1859323"/>
            <a:ext cx="118110" cy="378141"/>
            <a:chOff x="7764887" y="1796611"/>
            <a:chExt cx="118110" cy="378141"/>
          </a:xfrm>
        </p:grpSpPr>
        <p:sp>
          <p:nvSpPr>
            <p:cNvPr id="95" name="Rounded Rectangle 94"/>
            <p:cNvSpPr/>
            <p:nvPr/>
          </p:nvSpPr>
          <p:spPr>
            <a:xfrm>
              <a:off x="7823942" y="1796611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7764887" y="2115698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7574418" y="1907492"/>
            <a:ext cx="118110" cy="378141"/>
            <a:chOff x="7556026" y="1844780"/>
            <a:chExt cx="118110" cy="378141"/>
          </a:xfrm>
        </p:grpSpPr>
        <p:sp>
          <p:nvSpPr>
            <p:cNvPr id="98" name="Rounded Rectangle 97"/>
            <p:cNvSpPr/>
            <p:nvPr/>
          </p:nvSpPr>
          <p:spPr>
            <a:xfrm>
              <a:off x="7615081" y="1844780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7556026" y="2163867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7365555" y="1955661"/>
            <a:ext cx="118110" cy="378142"/>
            <a:chOff x="7347163" y="1892949"/>
            <a:chExt cx="118110" cy="378142"/>
          </a:xfrm>
        </p:grpSpPr>
        <p:sp>
          <p:nvSpPr>
            <p:cNvPr id="101" name="Rounded Rectangle 100"/>
            <p:cNvSpPr/>
            <p:nvPr/>
          </p:nvSpPr>
          <p:spPr>
            <a:xfrm>
              <a:off x="7406218" y="1892949"/>
              <a:ext cx="9525" cy="373379"/>
            </a:xfrm>
            <a:custGeom>
              <a:avLst/>
              <a:gdLst/>
              <a:ahLst/>
              <a:cxnLst/>
              <a:rect l="0" t="0" r="0" b="0"/>
              <a:pathLst>
                <a:path w="9525" h="373379">
                  <a:moveTo>
                    <a:pt x="0" y="0"/>
                  </a:moveTo>
                  <a:lnTo>
                    <a:pt x="0" y="37337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7347163" y="2212037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4" name="Rounded Rectangle 103"/>
          <p:cNvSpPr/>
          <p:nvPr/>
        </p:nvSpPr>
        <p:spPr>
          <a:xfrm>
            <a:off x="6067006" y="1224641"/>
            <a:ext cx="2715206" cy="731015"/>
          </a:xfrm>
          <a:custGeom>
            <a:avLst/>
            <a:gdLst/>
            <a:ahLst/>
            <a:cxnLst/>
            <a:rect l="0" t="0" r="0" b="0"/>
            <a:pathLst>
              <a:path w="2715206" h="731015">
                <a:moveTo>
                  <a:pt x="2715206" y="313296"/>
                </a:moveTo>
                <a:lnTo>
                  <a:pt x="2715206" y="417728"/>
                </a:lnTo>
                <a:lnTo>
                  <a:pt x="1357607" y="731015"/>
                </a:lnTo>
                <a:lnTo>
                  <a:pt x="0" y="417728"/>
                </a:lnTo>
                <a:lnTo>
                  <a:pt x="0" y="313296"/>
                </a:lnTo>
                <a:lnTo>
                  <a:pt x="1357607" y="0"/>
                </a:lnTo>
                <a:lnTo>
                  <a:pt x="2715206" y="313296"/>
                </a:lnTo>
              </a:path>
            </a:pathLst>
          </a:custGeom>
          <a:solidFill>
            <a:srgbClr val="7E56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067006" y="1224641"/>
            <a:ext cx="2715208" cy="731017"/>
          </a:xfrm>
          <a:custGeom>
            <a:avLst/>
            <a:gdLst/>
            <a:ahLst/>
            <a:cxnLst/>
            <a:rect l="0" t="0" r="0" b="0"/>
            <a:pathLst>
              <a:path w="2715208" h="731017">
                <a:moveTo>
                  <a:pt x="0" y="313293"/>
                </a:moveTo>
                <a:lnTo>
                  <a:pt x="0" y="417724"/>
                </a:lnTo>
                <a:lnTo>
                  <a:pt x="1357604" y="731017"/>
                </a:lnTo>
                <a:lnTo>
                  <a:pt x="2715208" y="417724"/>
                </a:lnTo>
                <a:lnTo>
                  <a:pt x="2715208" y="313293"/>
                </a:lnTo>
                <a:moveTo>
                  <a:pt x="0" y="313293"/>
                </a:moveTo>
                <a:lnTo>
                  <a:pt x="1357604" y="0"/>
                </a:lnTo>
                <a:lnTo>
                  <a:pt x="2715208" y="313293"/>
                </a:lnTo>
                <a:moveTo>
                  <a:pt x="2715208" y="313293"/>
                </a:moveTo>
                <a:lnTo>
                  <a:pt x="1357604" y="626586"/>
                </a:lnTo>
                <a:lnTo>
                  <a:pt x="0" y="313293"/>
                </a:lnTo>
              </a:path>
            </a:pathLst>
          </a:custGeom>
          <a:noFill/>
          <a:ln w="13051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08" name="Group 107"/>
          <p:cNvGrpSpPr/>
          <p:nvPr/>
        </p:nvGrpSpPr>
        <p:grpSpPr>
          <a:xfrm>
            <a:off x="6112382" y="1015779"/>
            <a:ext cx="118110" cy="401954"/>
            <a:chOff x="6093990" y="953067"/>
            <a:chExt cx="118110" cy="401954"/>
          </a:xfrm>
        </p:grpSpPr>
        <p:sp>
          <p:nvSpPr>
            <p:cNvPr id="106" name="Rounded Rectangle 105"/>
            <p:cNvSpPr/>
            <p:nvPr/>
          </p:nvSpPr>
          <p:spPr>
            <a:xfrm>
              <a:off x="6153045" y="953067"/>
              <a:ext cx="9525" cy="397478"/>
            </a:xfrm>
            <a:custGeom>
              <a:avLst/>
              <a:gdLst/>
              <a:ahLst/>
              <a:cxnLst/>
              <a:rect l="0" t="0" r="0" b="0"/>
              <a:pathLst>
                <a:path w="9525" h="397478">
                  <a:moveTo>
                    <a:pt x="0" y="0"/>
                  </a:moveTo>
                  <a:lnTo>
                    <a:pt x="0" y="397478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6093990" y="1295967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7992142" y="1120210"/>
            <a:ext cx="118110" cy="441960"/>
            <a:chOff x="7973750" y="1057498"/>
            <a:chExt cx="118110" cy="441960"/>
          </a:xfrm>
        </p:grpSpPr>
        <p:sp>
          <p:nvSpPr>
            <p:cNvPr id="109" name="Rounded Rectangle 108"/>
            <p:cNvSpPr/>
            <p:nvPr/>
          </p:nvSpPr>
          <p:spPr>
            <a:xfrm>
              <a:off x="8032805" y="1057498"/>
              <a:ext cx="9525" cy="437769"/>
            </a:xfrm>
            <a:custGeom>
              <a:avLst/>
              <a:gdLst/>
              <a:ahLst/>
              <a:cxnLst/>
              <a:rect l="0" t="0" r="0" b="0"/>
              <a:pathLst>
                <a:path w="9525" h="437769">
                  <a:moveTo>
                    <a:pt x="0" y="0"/>
                  </a:moveTo>
                  <a:lnTo>
                    <a:pt x="0" y="43776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7973750" y="1440403"/>
              <a:ext cx="118110" cy="59055"/>
            </a:xfrm>
            <a:custGeom>
              <a:avLst/>
              <a:gdLst/>
              <a:ahLst/>
              <a:cxnLst/>
              <a:rect l="0" t="0" r="0" b="0"/>
              <a:pathLst>
                <a:path w="118110" h="59055">
                  <a:moveTo>
                    <a:pt x="0" y="0"/>
                  </a:moveTo>
                  <a:lnTo>
                    <a:pt x="59055" y="59055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7574417" y="1120210"/>
            <a:ext cx="118110" cy="538161"/>
            <a:chOff x="7556025" y="1057498"/>
            <a:chExt cx="118110" cy="538161"/>
          </a:xfrm>
        </p:grpSpPr>
        <p:sp>
          <p:nvSpPr>
            <p:cNvPr id="112" name="Rounded Rectangle 111"/>
            <p:cNvSpPr/>
            <p:nvPr/>
          </p:nvSpPr>
          <p:spPr>
            <a:xfrm>
              <a:off x="7615080" y="1057498"/>
              <a:ext cx="9525" cy="534066"/>
            </a:xfrm>
            <a:custGeom>
              <a:avLst/>
              <a:gdLst/>
              <a:ahLst/>
              <a:cxnLst/>
              <a:rect l="0" t="0" r="0" b="0"/>
              <a:pathLst>
                <a:path w="9525" h="534066">
                  <a:moveTo>
                    <a:pt x="0" y="0"/>
                  </a:moveTo>
                  <a:lnTo>
                    <a:pt x="0" y="534066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7556025" y="1536605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6738969" y="1120210"/>
            <a:ext cx="118110" cy="441960"/>
            <a:chOff x="6720577" y="1057498"/>
            <a:chExt cx="118110" cy="441960"/>
          </a:xfrm>
        </p:grpSpPr>
        <p:sp>
          <p:nvSpPr>
            <p:cNvPr id="115" name="Rounded Rectangle 114"/>
            <p:cNvSpPr/>
            <p:nvPr/>
          </p:nvSpPr>
          <p:spPr>
            <a:xfrm>
              <a:off x="6779632" y="1057498"/>
              <a:ext cx="9525" cy="437673"/>
            </a:xfrm>
            <a:custGeom>
              <a:avLst/>
              <a:gdLst/>
              <a:ahLst/>
              <a:cxnLst/>
              <a:rect l="0" t="0" r="0" b="0"/>
              <a:pathLst>
                <a:path w="9525" h="437673">
                  <a:moveTo>
                    <a:pt x="0" y="0"/>
                  </a:moveTo>
                  <a:lnTo>
                    <a:pt x="0" y="437673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6720577" y="1440403"/>
              <a:ext cx="118110" cy="59055"/>
            </a:xfrm>
            <a:custGeom>
              <a:avLst/>
              <a:gdLst/>
              <a:ahLst/>
              <a:cxnLst/>
              <a:rect l="0" t="0" r="0" b="0"/>
              <a:pathLst>
                <a:path w="118110" h="59055">
                  <a:moveTo>
                    <a:pt x="0" y="0"/>
                  </a:moveTo>
                  <a:lnTo>
                    <a:pt x="59055" y="59055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7783279" y="1015779"/>
            <a:ext cx="118110" cy="595312"/>
            <a:chOff x="7764887" y="953067"/>
            <a:chExt cx="118110" cy="595312"/>
          </a:xfrm>
        </p:grpSpPr>
        <p:sp>
          <p:nvSpPr>
            <p:cNvPr id="118" name="Rounded Rectangle 117"/>
            <p:cNvSpPr/>
            <p:nvPr/>
          </p:nvSpPr>
          <p:spPr>
            <a:xfrm>
              <a:off x="7823942" y="953067"/>
              <a:ext cx="9525" cy="590359"/>
            </a:xfrm>
            <a:custGeom>
              <a:avLst/>
              <a:gdLst/>
              <a:ahLst/>
              <a:cxnLst/>
              <a:rect l="0" t="0" r="0" b="0"/>
              <a:pathLst>
                <a:path w="9525" h="590359">
                  <a:moveTo>
                    <a:pt x="0" y="0"/>
                  </a:moveTo>
                  <a:lnTo>
                    <a:pt x="0" y="590359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7764887" y="1488372"/>
              <a:ext cx="118110" cy="60007"/>
            </a:xfrm>
            <a:custGeom>
              <a:avLst/>
              <a:gdLst/>
              <a:ahLst/>
              <a:cxnLst/>
              <a:rect l="0" t="0" r="0" b="0"/>
              <a:pathLst>
                <a:path w="118110" h="60007">
                  <a:moveTo>
                    <a:pt x="0" y="0"/>
                  </a:moveTo>
                  <a:lnTo>
                    <a:pt x="59055" y="60007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6321244" y="1120210"/>
            <a:ext cx="118110" cy="345757"/>
            <a:chOff x="6302852" y="1057498"/>
            <a:chExt cx="118110" cy="345757"/>
          </a:xfrm>
        </p:grpSpPr>
        <p:sp>
          <p:nvSpPr>
            <p:cNvPr id="121" name="Rounded Rectangle 120"/>
            <p:cNvSpPr/>
            <p:nvPr/>
          </p:nvSpPr>
          <p:spPr>
            <a:xfrm>
              <a:off x="6361907" y="1057498"/>
              <a:ext cx="9525" cy="341280"/>
            </a:xfrm>
            <a:custGeom>
              <a:avLst/>
              <a:gdLst/>
              <a:ahLst/>
              <a:cxnLst/>
              <a:rect l="0" t="0" r="0" b="0"/>
              <a:pathLst>
                <a:path w="9525" h="341280">
                  <a:moveTo>
                    <a:pt x="0" y="0"/>
                  </a:moveTo>
                  <a:lnTo>
                    <a:pt x="0" y="34128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6302852" y="1344200"/>
              <a:ext cx="118110" cy="59055"/>
            </a:xfrm>
            <a:custGeom>
              <a:avLst/>
              <a:gdLst/>
              <a:ahLst/>
              <a:cxnLst/>
              <a:rect l="0" t="0" r="0" b="0"/>
              <a:pathLst>
                <a:path w="118110" h="59055">
                  <a:moveTo>
                    <a:pt x="0" y="0"/>
                  </a:moveTo>
                  <a:lnTo>
                    <a:pt x="59055" y="59055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8618728" y="1015779"/>
            <a:ext cx="118110" cy="401954"/>
            <a:chOff x="8600336" y="953067"/>
            <a:chExt cx="118110" cy="401954"/>
          </a:xfrm>
        </p:grpSpPr>
        <p:sp>
          <p:nvSpPr>
            <p:cNvPr id="124" name="Rounded Rectangle 123"/>
            <p:cNvSpPr/>
            <p:nvPr/>
          </p:nvSpPr>
          <p:spPr>
            <a:xfrm>
              <a:off x="8659391" y="953067"/>
              <a:ext cx="9525" cy="397668"/>
            </a:xfrm>
            <a:custGeom>
              <a:avLst/>
              <a:gdLst/>
              <a:ahLst/>
              <a:cxnLst/>
              <a:rect l="0" t="0" r="0" b="0"/>
              <a:pathLst>
                <a:path w="9525" h="397668">
                  <a:moveTo>
                    <a:pt x="0" y="0"/>
                  </a:moveTo>
                  <a:lnTo>
                    <a:pt x="0" y="397668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8600336" y="1295967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8201004" y="1015779"/>
            <a:ext cx="118110" cy="498157"/>
            <a:chOff x="8182612" y="953067"/>
            <a:chExt cx="118110" cy="498157"/>
          </a:xfrm>
        </p:grpSpPr>
        <p:sp>
          <p:nvSpPr>
            <p:cNvPr id="127" name="Rounded Rectangle 126"/>
            <p:cNvSpPr/>
            <p:nvPr/>
          </p:nvSpPr>
          <p:spPr>
            <a:xfrm>
              <a:off x="8241667" y="953067"/>
              <a:ext cx="9525" cy="493966"/>
            </a:xfrm>
            <a:custGeom>
              <a:avLst/>
              <a:gdLst/>
              <a:ahLst/>
              <a:cxnLst/>
              <a:rect l="0" t="0" r="0" b="0"/>
              <a:pathLst>
                <a:path w="9525" h="493966">
                  <a:moveTo>
                    <a:pt x="0" y="0"/>
                  </a:moveTo>
                  <a:lnTo>
                    <a:pt x="0" y="493966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8182612" y="1392169"/>
              <a:ext cx="118110" cy="59055"/>
            </a:xfrm>
            <a:custGeom>
              <a:avLst/>
              <a:gdLst/>
              <a:ahLst/>
              <a:cxnLst/>
              <a:rect l="0" t="0" r="0" b="0"/>
              <a:pathLst>
                <a:path w="118110" h="59055">
                  <a:moveTo>
                    <a:pt x="0" y="0"/>
                  </a:moveTo>
                  <a:lnTo>
                    <a:pt x="59055" y="59055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6530106" y="1015779"/>
            <a:ext cx="118110" cy="498157"/>
            <a:chOff x="6511714" y="953067"/>
            <a:chExt cx="118110" cy="498157"/>
          </a:xfrm>
        </p:grpSpPr>
        <p:sp>
          <p:nvSpPr>
            <p:cNvPr id="130" name="Rounded Rectangle 129"/>
            <p:cNvSpPr/>
            <p:nvPr/>
          </p:nvSpPr>
          <p:spPr>
            <a:xfrm>
              <a:off x="6570769" y="953067"/>
              <a:ext cx="9525" cy="493871"/>
            </a:xfrm>
            <a:custGeom>
              <a:avLst/>
              <a:gdLst/>
              <a:ahLst/>
              <a:cxnLst/>
              <a:rect l="0" t="0" r="0" b="0"/>
              <a:pathLst>
                <a:path w="9525" h="493871">
                  <a:moveTo>
                    <a:pt x="0" y="0"/>
                  </a:moveTo>
                  <a:lnTo>
                    <a:pt x="0" y="493871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Rounded Rectangle 130"/>
            <p:cNvSpPr/>
            <p:nvPr/>
          </p:nvSpPr>
          <p:spPr>
            <a:xfrm>
              <a:off x="6511714" y="1392169"/>
              <a:ext cx="118110" cy="59055"/>
            </a:xfrm>
            <a:custGeom>
              <a:avLst/>
              <a:gdLst/>
              <a:ahLst/>
              <a:cxnLst/>
              <a:rect l="0" t="0" r="0" b="0"/>
              <a:pathLst>
                <a:path w="118110" h="59055">
                  <a:moveTo>
                    <a:pt x="0" y="0"/>
                  </a:moveTo>
                  <a:lnTo>
                    <a:pt x="59055" y="59055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7156693" y="1120210"/>
            <a:ext cx="118110" cy="538161"/>
            <a:chOff x="7138301" y="1057498"/>
            <a:chExt cx="118110" cy="538161"/>
          </a:xfrm>
        </p:grpSpPr>
        <p:sp>
          <p:nvSpPr>
            <p:cNvPr id="133" name="Rounded Rectangle 132"/>
            <p:cNvSpPr/>
            <p:nvPr/>
          </p:nvSpPr>
          <p:spPr>
            <a:xfrm>
              <a:off x="7197356" y="1057498"/>
              <a:ext cx="9525" cy="534066"/>
            </a:xfrm>
            <a:custGeom>
              <a:avLst/>
              <a:gdLst/>
              <a:ahLst/>
              <a:cxnLst/>
              <a:rect l="0" t="0" r="0" b="0"/>
              <a:pathLst>
                <a:path w="9525" h="534066">
                  <a:moveTo>
                    <a:pt x="0" y="0"/>
                  </a:moveTo>
                  <a:lnTo>
                    <a:pt x="0" y="534066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ounded Rectangle 133"/>
            <p:cNvSpPr/>
            <p:nvPr/>
          </p:nvSpPr>
          <p:spPr>
            <a:xfrm>
              <a:off x="7138301" y="1536605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6947831" y="1015779"/>
            <a:ext cx="118110" cy="595312"/>
            <a:chOff x="6929439" y="953067"/>
            <a:chExt cx="118110" cy="595312"/>
          </a:xfrm>
        </p:grpSpPr>
        <p:sp>
          <p:nvSpPr>
            <p:cNvPr id="136" name="Rounded Rectangle 135"/>
            <p:cNvSpPr/>
            <p:nvPr/>
          </p:nvSpPr>
          <p:spPr>
            <a:xfrm>
              <a:off x="6988494" y="953067"/>
              <a:ext cx="9525" cy="590264"/>
            </a:xfrm>
            <a:custGeom>
              <a:avLst/>
              <a:gdLst/>
              <a:ahLst/>
              <a:cxnLst/>
              <a:rect l="0" t="0" r="0" b="0"/>
              <a:pathLst>
                <a:path w="9525" h="590264">
                  <a:moveTo>
                    <a:pt x="0" y="0"/>
                  </a:moveTo>
                  <a:lnTo>
                    <a:pt x="0" y="590264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6929439" y="1488372"/>
              <a:ext cx="118110" cy="60007"/>
            </a:xfrm>
            <a:custGeom>
              <a:avLst/>
              <a:gdLst/>
              <a:ahLst/>
              <a:cxnLst/>
              <a:rect l="0" t="0" r="0" b="0"/>
              <a:pathLst>
                <a:path w="118110" h="60007">
                  <a:moveTo>
                    <a:pt x="0" y="0"/>
                  </a:moveTo>
                  <a:lnTo>
                    <a:pt x="59055" y="60007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8409865" y="1120210"/>
            <a:ext cx="118110" cy="345757"/>
            <a:chOff x="8391473" y="1057498"/>
            <a:chExt cx="118110" cy="345757"/>
          </a:xfrm>
        </p:grpSpPr>
        <p:sp>
          <p:nvSpPr>
            <p:cNvPr id="139" name="Rounded Rectangle 138"/>
            <p:cNvSpPr/>
            <p:nvPr/>
          </p:nvSpPr>
          <p:spPr>
            <a:xfrm>
              <a:off x="8450528" y="1057498"/>
              <a:ext cx="9525" cy="341376"/>
            </a:xfrm>
            <a:custGeom>
              <a:avLst/>
              <a:gdLst/>
              <a:ahLst/>
              <a:cxnLst/>
              <a:rect l="0" t="0" r="0" b="0"/>
              <a:pathLst>
                <a:path w="9525" h="341376">
                  <a:moveTo>
                    <a:pt x="0" y="0"/>
                  </a:moveTo>
                  <a:lnTo>
                    <a:pt x="0" y="341376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Rounded Rectangle 139"/>
            <p:cNvSpPr/>
            <p:nvPr/>
          </p:nvSpPr>
          <p:spPr>
            <a:xfrm>
              <a:off x="8391473" y="1344200"/>
              <a:ext cx="118110" cy="59055"/>
            </a:xfrm>
            <a:custGeom>
              <a:avLst/>
              <a:gdLst/>
              <a:ahLst/>
              <a:cxnLst/>
              <a:rect l="0" t="0" r="0" b="0"/>
              <a:pathLst>
                <a:path w="118110" h="59055">
                  <a:moveTo>
                    <a:pt x="0" y="0"/>
                  </a:moveTo>
                  <a:lnTo>
                    <a:pt x="59055" y="59055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7365555" y="1015779"/>
            <a:ext cx="118110" cy="691514"/>
            <a:chOff x="7347163" y="953067"/>
            <a:chExt cx="118110" cy="691514"/>
          </a:xfrm>
        </p:grpSpPr>
        <p:sp>
          <p:nvSpPr>
            <p:cNvPr id="142" name="Rounded Rectangle 141"/>
            <p:cNvSpPr/>
            <p:nvPr/>
          </p:nvSpPr>
          <p:spPr>
            <a:xfrm>
              <a:off x="7406218" y="953067"/>
              <a:ext cx="9525" cy="686657"/>
            </a:xfrm>
            <a:custGeom>
              <a:avLst/>
              <a:gdLst/>
              <a:ahLst/>
              <a:cxnLst/>
              <a:rect l="0" t="0" r="0" b="0"/>
              <a:pathLst>
                <a:path w="9525" h="686657">
                  <a:moveTo>
                    <a:pt x="0" y="0"/>
                  </a:moveTo>
                  <a:lnTo>
                    <a:pt x="0" y="686657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ounded Rectangle 142"/>
            <p:cNvSpPr/>
            <p:nvPr/>
          </p:nvSpPr>
          <p:spPr>
            <a:xfrm>
              <a:off x="7347163" y="1585527"/>
              <a:ext cx="118110" cy="59054"/>
            </a:xfrm>
            <a:custGeom>
              <a:avLst/>
              <a:gdLst/>
              <a:ahLst/>
              <a:cxnLst/>
              <a:rect l="0" t="0" r="0" b="0"/>
              <a:pathLst>
                <a:path w="118110" h="59054">
                  <a:moveTo>
                    <a:pt x="0" y="0"/>
                  </a:moveTo>
                  <a:lnTo>
                    <a:pt x="59055" y="59054"/>
                  </a:lnTo>
                  <a:lnTo>
                    <a:pt x="118110" y="0"/>
                  </a:lnTo>
                </a:path>
              </a:pathLst>
            </a:custGeom>
            <a:noFill/>
            <a:ln w="130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408917" y="2558281"/>
            <a:ext cx="2447925" cy="952452"/>
            <a:chOff x="390525" y="2495569"/>
            <a:chExt cx="2447925" cy="952452"/>
          </a:xfrm>
        </p:grpSpPr>
        <p:sp>
          <p:nvSpPr>
            <p:cNvPr id="145" name="TextBox 144"/>
            <p:cNvSpPr txBox="1"/>
            <p:nvPr/>
          </p:nvSpPr>
          <p:spPr>
            <a:xfrm>
              <a:off x="390525" y="2495569"/>
              <a:ext cx="24479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The system follows a classic 3-tier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390525" y="2686069"/>
              <a:ext cx="24479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architecture: a React frontend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90525" y="2876569"/>
              <a:ext cx="24479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communicating via a REST API to a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90525" y="3067069"/>
              <a:ext cx="24479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Node.js/Express backend, backed by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90525" y="3257569"/>
              <a:ext cx="2447925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a MongoDB database.</a:t>
              </a:r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3758243" y="2738891"/>
            <a:ext cx="2080850" cy="208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Funnel Display Regular"/>
              </a:rPr>
              <a:t>Node.js/Express Backend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66501" y="2112306"/>
            <a:ext cx="772591" cy="208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Funnel Display 600"/>
              </a:rPr>
              <a:t>REST API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161264" y="3365476"/>
            <a:ext cx="1677828" cy="208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Funnel Display 600"/>
              </a:rPr>
              <a:t>MongoDB Database</a:t>
            </a:r>
          </a:p>
        </p:txBody>
      </p:sp>
      <p:grpSp>
        <p:nvGrpSpPr>
          <p:cNvPr id="156" name="Group 155"/>
          <p:cNvGrpSpPr/>
          <p:nvPr/>
        </p:nvGrpSpPr>
        <p:grpSpPr>
          <a:xfrm>
            <a:off x="408917" y="1929635"/>
            <a:ext cx="2112054" cy="457200"/>
            <a:chOff x="390525" y="1866923"/>
            <a:chExt cx="2112054" cy="457200"/>
          </a:xfrm>
        </p:grpSpPr>
        <p:sp>
          <p:nvSpPr>
            <p:cNvPr id="154" name="TextBox 153"/>
            <p:cNvSpPr txBox="1"/>
            <p:nvPr/>
          </p:nvSpPr>
          <p:spPr>
            <a:xfrm>
              <a:off x="390525" y="1866923"/>
              <a:ext cx="2112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A scalable and modern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90525" y="2095523"/>
              <a:ext cx="2112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technical foundation</a:t>
              </a:r>
            </a:p>
          </p:txBody>
        </p:sp>
      </p:grpSp>
      <p:sp>
        <p:nvSpPr>
          <p:cNvPr id="157" name="TextBox 156"/>
          <p:cNvSpPr txBox="1"/>
          <p:nvPr/>
        </p:nvSpPr>
        <p:spPr>
          <a:xfrm>
            <a:off x="4561678" y="1485716"/>
            <a:ext cx="1277416" cy="208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Funnel Display Regular"/>
              </a:rPr>
              <a:t>React Frontend</a:t>
            </a:r>
          </a:p>
        </p:txBody>
      </p:sp>
      <p:grpSp>
        <p:nvGrpSpPr>
          <p:cNvPr id="160" name="Group 159"/>
          <p:cNvGrpSpPr/>
          <p:nvPr/>
        </p:nvGrpSpPr>
        <p:grpSpPr>
          <a:xfrm>
            <a:off x="361786" y="577062"/>
            <a:ext cx="4060631" cy="800099"/>
            <a:chOff x="343394" y="514350"/>
            <a:chExt cx="4060631" cy="800099"/>
          </a:xfrm>
        </p:grpSpPr>
        <p:sp>
          <p:nvSpPr>
            <p:cNvPr id="158" name="TextBox 157"/>
            <p:cNvSpPr txBox="1"/>
            <p:nvPr/>
          </p:nvSpPr>
          <p:spPr>
            <a:xfrm>
              <a:off x="343394" y="514350"/>
              <a:ext cx="4060631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0">
                  <a:solidFill>
                    <a:srgbClr val="FFFFFF"/>
                  </a:solidFill>
                  <a:latin typeface="Funnel Display Regular"/>
                </a:rPr>
                <a:t>System Architecture: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43394" y="914399"/>
              <a:ext cx="4060631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0">
                  <a:solidFill>
                    <a:srgbClr val="FFFFFF"/>
                  </a:solidFill>
                  <a:latin typeface="Funnel Display Regular"/>
                </a:rPr>
                <a:t>Full-Stack Overview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6762918" y="702485"/>
            <a:ext cx="1323384" cy="208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Funnel Display Regular"/>
              </a:rPr>
              <a:t>User Interaction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46862" y="4357574"/>
            <a:ext cx="1155506" cy="208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Funnel Display Regular"/>
              </a:rPr>
              <a:t>Data Retrieval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9005" y="261944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9005" y="2619442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9005" y="32289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9005" y="32289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9005" y="36861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005" y="368619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005" y="429574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9005" y="429574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3373438" y="2643715"/>
            <a:ext cx="5338229" cy="923924"/>
            <a:chOff x="3331633" y="2777067"/>
            <a:chExt cx="5338229" cy="923924"/>
          </a:xfrm>
        </p:grpSpPr>
        <p:sp>
          <p:nvSpPr>
            <p:cNvPr id="10" name="Rounded Rectangle 9"/>
            <p:cNvSpPr/>
            <p:nvPr/>
          </p:nvSpPr>
          <p:spPr>
            <a:xfrm>
              <a:off x="3331633" y="2777067"/>
              <a:ext cx="5338229" cy="102660"/>
            </a:xfrm>
            <a:custGeom>
              <a:avLst/>
              <a:gdLst/>
              <a:ahLst/>
              <a:cxnLst/>
              <a:rect l="0" t="0" r="0" b="0"/>
              <a:pathLst>
                <a:path w="5338229" h="102660">
                  <a:moveTo>
                    <a:pt x="0" y="0"/>
                  </a:moveTo>
                  <a:lnTo>
                    <a:pt x="5338229" y="0"/>
                  </a:lnTo>
                  <a:lnTo>
                    <a:pt x="5338229" y="102660"/>
                  </a:lnTo>
                  <a:lnTo>
                    <a:pt x="0" y="102660"/>
                  </a:lnTo>
                  <a:lnTo>
                    <a:pt x="0" y="0"/>
                  </a:lnTo>
                </a:path>
              </a:pathLst>
            </a:custGeom>
            <a:solidFill>
              <a:srgbClr val="7E56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593459" y="2888719"/>
              <a:ext cx="814577" cy="812272"/>
            </a:xfrm>
            <a:custGeom>
              <a:avLst/>
              <a:gdLst/>
              <a:ahLst/>
              <a:cxnLst/>
              <a:rect l="0" t="0" r="0" b="0"/>
              <a:pathLst>
                <a:path w="814577" h="812272">
                  <a:moveTo>
                    <a:pt x="399640" y="6305"/>
                  </a:moveTo>
                  <a:cubicBezTo>
                    <a:pt x="402793" y="0"/>
                    <a:pt x="411794" y="0"/>
                    <a:pt x="414947" y="6305"/>
                  </a:cubicBezTo>
                  <a:lnTo>
                    <a:pt x="811730" y="799890"/>
                  </a:lnTo>
                  <a:cubicBezTo>
                    <a:pt x="814577" y="805576"/>
                    <a:pt x="810444" y="812272"/>
                    <a:pt x="804081" y="812272"/>
                  </a:cubicBezTo>
                  <a:lnTo>
                    <a:pt x="10496" y="812272"/>
                  </a:lnTo>
                  <a:cubicBezTo>
                    <a:pt x="4143" y="812272"/>
                    <a:pt x="0" y="805576"/>
                    <a:pt x="2847" y="799890"/>
                  </a:cubicBezTo>
                  <a:lnTo>
                    <a:pt x="399640" y="6305"/>
                  </a:lnTo>
                </a:path>
              </a:pathLst>
            </a:custGeom>
            <a:solidFill>
              <a:srgbClr val="7E56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373438" y="2643715"/>
            <a:ext cx="5338232" cy="923924"/>
            <a:chOff x="3331633" y="2777067"/>
            <a:chExt cx="5338232" cy="923924"/>
          </a:xfrm>
        </p:grpSpPr>
        <p:sp>
          <p:nvSpPr>
            <p:cNvPr id="13" name="Rounded Rectangle 12"/>
            <p:cNvSpPr/>
            <p:nvPr/>
          </p:nvSpPr>
          <p:spPr>
            <a:xfrm>
              <a:off x="3331633" y="2777067"/>
              <a:ext cx="5338232" cy="102658"/>
            </a:xfrm>
            <a:custGeom>
              <a:avLst/>
              <a:gdLst/>
              <a:ahLst/>
              <a:cxnLst/>
              <a:rect l="0" t="0" r="0" b="0"/>
              <a:pathLst>
                <a:path w="5338232" h="102658">
                  <a:moveTo>
                    <a:pt x="0" y="0"/>
                  </a:moveTo>
                  <a:lnTo>
                    <a:pt x="5338232" y="0"/>
                  </a:lnTo>
                  <a:lnTo>
                    <a:pt x="5338232" y="102658"/>
                  </a:lnTo>
                  <a:lnTo>
                    <a:pt x="0" y="10265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829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593462" y="2888723"/>
              <a:ext cx="814574" cy="812268"/>
            </a:xfrm>
            <a:custGeom>
              <a:avLst/>
              <a:gdLst/>
              <a:ahLst/>
              <a:cxnLst/>
              <a:rect l="0" t="0" r="0" b="0"/>
              <a:pathLst>
                <a:path w="814574" h="812268">
                  <a:moveTo>
                    <a:pt x="399635" y="6305"/>
                  </a:moveTo>
                  <a:cubicBezTo>
                    <a:pt x="402788" y="0"/>
                    <a:pt x="411786" y="0"/>
                    <a:pt x="414939" y="6305"/>
                  </a:cubicBezTo>
                  <a:lnTo>
                    <a:pt x="811730" y="799888"/>
                  </a:lnTo>
                  <a:cubicBezTo>
                    <a:pt x="814574" y="805576"/>
                    <a:pt x="810437" y="812268"/>
                    <a:pt x="804078" y="812268"/>
                  </a:cubicBezTo>
                  <a:lnTo>
                    <a:pt x="10496" y="812268"/>
                  </a:lnTo>
                  <a:cubicBezTo>
                    <a:pt x="4136" y="812268"/>
                    <a:pt x="0" y="805576"/>
                    <a:pt x="2844" y="799888"/>
                  </a:cubicBezTo>
                  <a:lnTo>
                    <a:pt x="399635" y="6305"/>
                  </a:lnTo>
                  <a:close/>
                </a:path>
              </a:pathLst>
            </a:custGeom>
            <a:noFill/>
            <a:ln w="12829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6812492" y="1309155"/>
            <a:ext cx="396945" cy="357593"/>
          </a:xfrm>
          <a:custGeom>
            <a:avLst/>
            <a:gdLst/>
            <a:ahLst/>
            <a:cxnLst/>
            <a:rect l="0" t="0" r="0" b="0"/>
            <a:pathLst>
              <a:path w="396945" h="357593">
                <a:moveTo>
                  <a:pt x="396945" y="155698"/>
                </a:moveTo>
                <a:lnTo>
                  <a:pt x="359304" y="155698"/>
                </a:lnTo>
                <a:moveTo>
                  <a:pt x="273755" y="155698"/>
                </a:moveTo>
                <a:lnTo>
                  <a:pt x="273755" y="87259"/>
                </a:lnTo>
                <a:cubicBezTo>
                  <a:pt x="273755" y="68438"/>
                  <a:pt x="289154" y="53039"/>
                  <a:pt x="307974" y="53039"/>
                </a:cubicBezTo>
                <a:lnTo>
                  <a:pt x="396945" y="53039"/>
                </a:lnTo>
                <a:moveTo>
                  <a:pt x="273755" y="155698"/>
                </a:moveTo>
                <a:lnTo>
                  <a:pt x="273755" y="323373"/>
                </a:lnTo>
                <a:cubicBezTo>
                  <a:pt x="273755" y="342194"/>
                  <a:pt x="289154" y="357593"/>
                  <a:pt x="307974" y="357593"/>
                </a:cubicBezTo>
                <a:lnTo>
                  <a:pt x="359304" y="357593"/>
                </a:lnTo>
                <a:moveTo>
                  <a:pt x="359304" y="155698"/>
                </a:moveTo>
                <a:lnTo>
                  <a:pt x="273755" y="155698"/>
                </a:lnTo>
                <a:moveTo>
                  <a:pt x="359304" y="357593"/>
                </a:moveTo>
                <a:lnTo>
                  <a:pt x="359304" y="155698"/>
                </a:lnTo>
                <a:moveTo>
                  <a:pt x="359304" y="357593"/>
                </a:moveTo>
                <a:lnTo>
                  <a:pt x="396945" y="357593"/>
                </a:lnTo>
                <a:moveTo>
                  <a:pt x="273755" y="258356"/>
                </a:moveTo>
                <a:lnTo>
                  <a:pt x="396945" y="258356"/>
                </a:lnTo>
                <a:moveTo>
                  <a:pt x="51329" y="357593"/>
                </a:moveTo>
                <a:lnTo>
                  <a:pt x="51329" y="155698"/>
                </a:lnTo>
                <a:moveTo>
                  <a:pt x="51329" y="357593"/>
                </a:moveTo>
                <a:lnTo>
                  <a:pt x="102658" y="357593"/>
                </a:lnTo>
                <a:cubicBezTo>
                  <a:pt x="121479" y="357593"/>
                  <a:pt x="136877" y="342194"/>
                  <a:pt x="136877" y="323373"/>
                </a:cubicBezTo>
                <a:lnTo>
                  <a:pt x="136877" y="155698"/>
                </a:lnTo>
                <a:moveTo>
                  <a:pt x="51329" y="357593"/>
                </a:moveTo>
                <a:lnTo>
                  <a:pt x="13688" y="357593"/>
                </a:lnTo>
                <a:moveTo>
                  <a:pt x="13688" y="155698"/>
                </a:moveTo>
                <a:lnTo>
                  <a:pt x="136877" y="155698"/>
                </a:lnTo>
                <a:moveTo>
                  <a:pt x="136877" y="155698"/>
                </a:moveTo>
                <a:lnTo>
                  <a:pt x="136878" y="87259"/>
                </a:lnTo>
                <a:cubicBezTo>
                  <a:pt x="136878" y="68438"/>
                  <a:pt x="121479" y="53039"/>
                  <a:pt x="102659" y="53039"/>
                </a:cubicBezTo>
                <a:lnTo>
                  <a:pt x="13688" y="53039"/>
                </a:lnTo>
                <a:moveTo>
                  <a:pt x="136877" y="258356"/>
                </a:moveTo>
                <a:lnTo>
                  <a:pt x="13688" y="258356"/>
                </a:lnTo>
                <a:moveTo>
                  <a:pt x="0" y="0"/>
                </a:moveTo>
                <a:moveTo>
                  <a:pt x="188205" y="78706"/>
                </a:moveTo>
                <a:lnTo>
                  <a:pt x="230979" y="121480"/>
                </a:lnTo>
                <a:lnTo>
                  <a:pt x="188205" y="164255"/>
                </a:lnTo>
                <a:moveTo>
                  <a:pt x="230981" y="121480"/>
                </a:moveTo>
                <a:lnTo>
                  <a:pt x="136877" y="121480"/>
                </a:lnTo>
                <a:moveTo>
                  <a:pt x="0" y="0"/>
                </a:moveTo>
                <a:moveTo>
                  <a:pt x="188205" y="246378"/>
                </a:moveTo>
                <a:lnTo>
                  <a:pt x="230979" y="289152"/>
                </a:lnTo>
                <a:lnTo>
                  <a:pt x="188205" y="331926"/>
                </a:lnTo>
                <a:moveTo>
                  <a:pt x="230981" y="289152"/>
                </a:moveTo>
                <a:lnTo>
                  <a:pt x="136877" y="289152"/>
                </a:lnTo>
              </a:path>
            </a:pathLst>
          </a:custGeom>
          <a:noFill/>
          <a:ln w="128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9" name="Group 18"/>
          <p:cNvGrpSpPr/>
          <p:nvPr/>
        </p:nvGrpSpPr>
        <p:grpSpPr>
          <a:xfrm>
            <a:off x="3957109" y="1309180"/>
            <a:ext cx="1176337" cy="410583"/>
            <a:chOff x="3915304" y="1442532"/>
            <a:chExt cx="1176337" cy="410583"/>
          </a:xfrm>
        </p:grpSpPr>
        <p:sp>
          <p:nvSpPr>
            <p:cNvPr id="17" name="TextBox 16"/>
            <p:cNvSpPr txBox="1"/>
            <p:nvPr/>
          </p:nvSpPr>
          <p:spPr>
            <a:xfrm>
              <a:off x="3915304" y="1442532"/>
              <a:ext cx="1176337" cy="205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Efficient State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15304" y="1647795"/>
              <a:ext cx="1176337" cy="20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Management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344834" y="1309180"/>
            <a:ext cx="1304925" cy="410583"/>
            <a:chOff x="7303029" y="1442532"/>
            <a:chExt cx="1304925" cy="410583"/>
          </a:xfrm>
        </p:grpSpPr>
        <p:sp>
          <p:nvSpPr>
            <p:cNvPr id="20" name="TextBox 19"/>
            <p:cNvSpPr txBox="1"/>
            <p:nvPr/>
          </p:nvSpPr>
          <p:spPr>
            <a:xfrm>
              <a:off x="7303029" y="1442532"/>
              <a:ext cx="1304925" cy="205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Robust RESTful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303029" y="1647795"/>
              <a:ext cx="1304925" cy="20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API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32330" y="1733617"/>
            <a:ext cx="2216229" cy="457200"/>
            <a:chOff x="390525" y="1866969"/>
            <a:chExt cx="2216229" cy="457200"/>
          </a:xfrm>
        </p:grpSpPr>
        <p:sp>
          <p:nvSpPr>
            <p:cNvPr id="23" name="TextBox 22"/>
            <p:cNvSpPr txBox="1"/>
            <p:nvPr/>
          </p:nvSpPr>
          <p:spPr>
            <a:xfrm>
              <a:off x="390525" y="1866969"/>
              <a:ext cx="22162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Modern tools for a high-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0525" y="2095569"/>
              <a:ext cx="22162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performance application</a:t>
              </a:r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3424767" y="2027762"/>
            <a:ext cx="397801" cy="397801"/>
          </a:xfrm>
          <a:custGeom>
            <a:avLst/>
            <a:gdLst/>
            <a:ahLst/>
            <a:cxnLst/>
            <a:rect l="0" t="0" r="0" b="0"/>
            <a:pathLst>
              <a:path w="397801" h="397801">
                <a:moveTo>
                  <a:pt x="204461" y="124045"/>
                </a:moveTo>
                <a:cubicBezTo>
                  <a:pt x="187351" y="127467"/>
                  <a:pt x="166819" y="129178"/>
                  <a:pt x="146287" y="129178"/>
                </a:cubicBezTo>
                <a:cubicBezTo>
                  <a:pt x="72716" y="129178"/>
                  <a:pt x="12832" y="103513"/>
                  <a:pt x="12832" y="71005"/>
                </a:cubicBezTo>
                <a:cubicBezTo>
                  <a:pt x="12832" y="38496"/>
                  <a:pt x="72716" y="12832"/>
                  <a:pt x="146287" y="12832"/>
                </a:cubicBezTo>
                <a:cubicBezTo>
                  <a:pt x="219859" y="12832"/>
                  <a:pt x="279743" y="38496"/>
                  <a:pt x="279743" y="71005"/>
                </a:cubicBezTo>
                <a:moveTo>
                  <a:pt x="12832" y="71003"/>
                </a:moveTo>
                <a:lnTo>
                  <a:pt x="12832" y="159974"/>
                </a:lnTo>
                <a:cubicBezTo>
                  <a:pt x="12832" y="192482"/>
                  <a:pt x="72716" y="218147"/>
                  <a:pt x="146287" y="218147"/>
                </a:cubicBezTo>
                <a:cubicBezTo>
                  <a:pt x="159975" y="218147"/>
                  <a:pt x="175374" y="216436"/>
                  <a:pt x="187351" y="214725"/>
                </a:cubicBezTo>
                <a:moveTo>
                  <a:pt x="12832" y="159975"/>
                </a:moveTo>
                <a:lnTo>
                  <a:pt x="12832" y="248946"/>
                </a:lnTo>
                <a:cubicBezTo>
                  <a:pt x="12832" y="272900"/>
                  <a:pt x="43629" y="293431"/>
                  <a:pt x="89826" y="301986"/>
                </a:cubicBezTo>
                <a:moveTo>
                  <a:pt x="269478" y="308830"/>
                </a:moveTo>
                <a:cubicBezTo>
                  <a:pt x="293101" y="308830"/>
                  <a:pt x="312252" y="289681"/>
                  <a:pt x="312252" y="266056"/>
                </a:cubicBezTo>
                <a:cubicBezTo>
                  <a:pt x="312252" y="242432"/>
                  <a:pt x="293101" y="223281"/>
                  <a:pt x="269478" y="223281"/>
                </a:cubicBezTo>
                <a:cubicBezTo>
                  <a:pt x="245854" y="223281"/>
                  <a:pt x="226703" y="242432"/>
                  <a:pt x="226703" y="266056"/>
                </a:cubicBezTo>
                <a:cubicBezTo>
                  <a:pt x="226703" y="289681"/>
                  <a:pt x="245854" y="308830"/>
                  <a:pt x="269478" y="308830"/>
                </a:cubicBezTo>
                <a:close/>
                <a:moveTo>
                  <a:pt x="269478" y="180507"/>
                </a:moveTo>
                <a:cubicBezTo>
                  <a:pt x="283651" y="180507"/>
                  <a:pt x="295142" y="169018"/>
                  <a:pt x="295142" y="154843"/>
                </a:cubicBezTo>
                <a:cubicBezTo>
                  <a:pt x="295142" y="140669"/>
                  <a:pt x="283651" y="129179"/>
                  <a:pt x="269478" y="129179"/>
                </a:cubicBezTo>
                <a:cubicBezTo>
                  <a:pt x="255304" y="129179"/>
                  <a:pt x="243813" y="140669"/>
                  <a:pt x="243813" y="154843"/>
                </a:cubicBezTo>
                <a:cubicBezTo>
                  <a:pt x="243813" y="169018"/>
                  <a:pt x="255304" y="180507"/>
                  <a:pt x="269478" y="180507"/>
                </a:cubicBezTo>
                <a:close/>
                <a:moveTo>
                  <a:pt x="166819" y="334495"/>
                </a:moveTo>
                <a:cubicBezTo>
                  <a:pt x="180993" y="334495"/>
                  <a:pt x="192484" y="323005"/>
                  <a:pt x="192484" y="308830"/>
                </a:cubicBezTo>
                <a:cubicBezTo>
                  <a:pt x="192484" y="294656"/>
                  <a:pt x="180993" y="283165"/>
                  <a:pt x="166819" y="283165"/>
                </a:cubicBezTo>
                <a:cubicBezTo>
                  <a:pt x="152645" y="283165"/>
                  <a:pt x="141155" y="294656"/>
                  <a:pt x="141155" y="308830"/>
                </a:cubicBezTo>
                <a:cubicBezTo>
                  <a:pt x="141155" y="323005"/>
                  <a:pt x="152645" y="334495"/>
                  <a:pt x="166819" y="334495"/>
                </a:cubicBezTo>
                <a:close/>
                <a:moveTo>
                  <a:pt x="269478" y="397801"/>
                </a:moveTo>
                <a:cubicBezTo>
                  <a:pt x="283651" y="397801"/>
                  <a:pt x="295142" y="386310"/>
                  <a:pt x="295142" y="372136"/>
                </a:cubicBezTo>
                <a:cubicBezTo>
                  <a:pt x="295142" y="357962"/>
                  <a:pt x="283651" y="346471"/>
                  <a:pt x="269478" y="346471"/>
                </a:cubicBezTo>
                <a:cubicBezTo>
                  <a:pt x="255304" y="346471"/>
                  <a:pt x="243813" y="357962"/>
                  <a:pt x="243813" y="372136"/>
                </a:cubicBezTo>
                <a:cubicBezTo>
                  <a:pt x="243813" y="386310"/>
                  <a:pt x="255304" y="397801"/>
                  <a:pt x="269478" y="397801"/>
                </a:cubicBezTo>
                <a:close/>
                <a:moveTo>
                  <a:pt x="372136" y="368714"/>
                </a:moveTo>
                <a:cubicBezTo>
                  <a:pt x="386310" y="368714"/>
                  <a:pt x="397801" y="357225"/>
                  <a:pt x="397801" y="343049"/>
                </a:cubicBezTo>
                <a:cubicBezTo>
                  <a:pt x="397801" y="328876"/>
                  <a:pt x="386310" y="317385"/>
                  <a:pt x="372136" y="317385"/>
                </a:cubicBezTo>
                <a:cubicBezTo>
                  <a:pt x="357962" y="317385"/>
                  <a:pt x="346471" y="328876"/>
                  <a:pt x="346471" y="343049"/>
                </a:cubicBezTo>
                <a:cubicBezTo>
                  <a:pt x="346471" y="357225"/>
                  <a:pt x="357962" y="368714"/>
                  <a:pt x="372136" y="368714"/>
                </a:cubicBezTo>
                <a:close/>
                <a:moveTo>
                  <a:pt x="0" y="0"/>
                </a:moveTo>
                <a:moveTo>
                  <a:pt x="294288" y="365544"/>
                </a:moveTo>
                <a:lnTo>
                  <a:pt x="347376" y="349934"/>
                </a:lnTo>
                <a:moveTo>
                  <a:pt x="269478" y="308830"/>
                </a:moveTo>
                <a:lnTo>
                  <a:pt x="269478" y="346471"/>
                </a:lnTo>
                <a:moveTo>
                  <a:pt x="0" y="0"/>
                </a:moveTo>
                <a:moveTo>
                  <a:pt x="191196" y="300920"/>
                </a:moveTo>
                <a:lnTo>
                  <a:pt x="229720" y="281658"/>
                </a:lnTo>
                <a:moveTo>
                  <a:pt x="269478" y="180507"/>
                </a:moveTo>
                <a:lnTo>
                  <a:pt x="269478" y="223281"/>
                </a:lnTo>
              </a:path>
            </a:pathLst>
          </a:custGeom>
          <a:noFill/>
          <a:ln w="128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21047" y="2036317"/>
            <a:ext cx="393523" cy="393523"/>
          </a:xfrm>
          <a:custGeom>
            <a:avLst/>
            <a:gdLst/>
            <a:ahLst/>
            <a:cxnLst/>
            <a:rect l="0" t="0" r="0" b="0"/>
            <a:pathLst>
              <a:path w="393523" h="393523">
                <a:moveTo>
                  <a:pt x="89381" y="113300"/>
                </a:moveTo>
                <a:lnTo>
                  <a:pt x="174194" y="113300"/>
                </a:lnTo>
                <a:lnTo>
                  <a:pt x="174194" y="189592"/>
                </a:lnTo>
                <a:lnTo>
                  <a:pt x="89381" y="189592"/>
                </a:lnTo>
                <a:close/>
                <a:moveTo>
                  <a:pt x="224222" y="113300"/>
                </a:moveTo>
                <a:lnTo>
                  <a:pt x="309035" y="113300"/>
                </a:lnTo>
                <a:lnTo>
                  <a:pt x="309035" y="189592"/>
                </a:lnTo>
                <a:lnTo>
                  <a:pt x="224222" y="189592"/>
                </a:lnTo>
                <a:close/>
                <a:moveTo>
                  <a:pt x="55110" y="228791"/>
                </a:moveTo>
                <a:cubicBezTo>
                  <a:pt x="55110" y="207142"/>
                  <a:pt x="72660" y="189592"/>
                  <a:pt x="94308" y="189592"/>
                </a:cubicBezTo>
                <a:lnTo>
                  <a:pt x="302602" y="189592"/>
                </a:lnTo>
                <a:cubicBezTo>
                  <a:pt x="316805" y="189296"/>
                  <a:pt x="330057" y="196703"/>
                  <a:pt x="337245" y="208956"/>
                </a:cubicBezTo>
                <a:cubicBezTo>
                  <a:pt x="344434" y="221208"/>
                  <a:pt x="344434" y="236390"/>
                  <a:pt x="337245" y="248643"/>
                </a:cubicBezTo>
                <a:cubicBezTo>
                  <a:pt x="330057" y="260896"/>
                  <a:pt x="316805" y="268303"/>
                  <a:pt x="302602" y="268006"/>
                </a:cubicBezTo>
                <a:lnTo>
                  <a:pt x="94308" y="268006"/>
                </a:lnTo>
                <a:cubicBezTo>
                  <a:pt x="72657" y="267997"/>
                  <a:pt x="55110" y="250442"/>
                  <a:pt x="55110" y="228791"/>
                </a:cubicBezTo>
                <a:close/>
                <a:moveTo>
                  <a:pt x="269358" y="228791"/>
                </a:moveTo>
                <a:cubicBezTo>
                  <a:pt x="269358" y="224463"/>
                  <a:pt x="272866" y="220954"/>
                  <a:pt x="277194" y="220954"/>
                </a:cubicBezTo>
                <a:cubicBezTo>
                  <a:pt x="281522" y="220954"/>
                  <a:pt x="285030" y="224463"/>
                  <a:pt x="285030" y="228791"/>
                </a:cubicBezTo>
                <a:cubicBezTo>
                  <a:pt x="285030" y="233119"/>
                  <a:pt x="281522" y="236627"/>
                  <a:pt x="277194" y="236627"/>
                </a:cubicBezTo>
                <a:cubicBezTo>
                  <a:pt x="272866" y="236627"/>
                  <a:pt x="269358" y="233119"/>
                  <a:pt x="269358" y="228791"/>
                </a:cubicBezTo>
                <a:moveTo>
                  <a:pt x="190294" y="228791"/>
                </a:moveTo>
                <a:cubicBezTo>
                  <a:pt x="190294" y="224463"/>
                  <a:pt x="193802" y="220954"/>
                  <a:pt x="198130" y="220954"/>
                </a:cubicBezTo>
                <a:cubicBezTo>
                  <a:pt x="202458" y="220954"/>
                  <a:pt x="205966" y="224463"/>
                  <a:pt x="205966" y="228791"/>
                </a:cubicBezTo>
                <a:cubicBezTo>
                  <a:pt x="205966" y="233119"/>
                  <a:pt x="202458" y="236627"/>
                  <a:pt x="198130" y="236627"/>
                </a:cubicBezTo>
                <a:cubicBezTo>
                  <a:pt x="193802" y="236627"/>
                  <a:pt x="190294" y="233119"/>
                  <a:pt x="190294" y="228791"/>
                </a:cubicBezTo>
                <a:moveTo>
                  <a:pt x="111880" y="228791"/>
                </a:moveTo>
                <a:cubicBezTo>
                  <a:pt x="111880" y="224463"/>
                  <a:pt x="115388" y="220954"/>
                  <a:pt x="119716" y="220954"/>
                </a:cubicBezTo>
                <a:cubicBezTo>
                  <a:pt x="124044" y="220954"/>
                  <a:pt x="127552" y="224463"/>
                  <a:pt x="127552" y="228791"/>
                </a:cubicBezTo>
                <a:cubicBezTo>
                  <a:pt x="127552" y="233119"/>
                  <a:pt x="124044" y="236627"/>
                  <a:pt x="119716" y="236627"/>
                </a:cubicBezTo>
                <a:cubicBezTo>
                  <a:pt x="115388" y="236627"/>
                  <a:pt x="111880" y="233119"/>
                  <a:pt x="111880" y="228791"/>
                </a:cubicBezTo>
                <a:moveTo>
                  <a:pt x="393523" y="0"/>
                </a:moveTo>
                <a:cubicBezTo>
                  <a:pt x="383308" y="30653"/>
                  <a:pt x="354623" y="51329"/>
                  <a:pt x="322312" y="51329"/>
                </a:cubicBezTo>
                <a:lnTo>
                  <a:pt x="34219" y="51329"/>
                </a:lnTo>
                <a:cubicBezTo>
                  <a:pt x="15343" y="51385"/>
                  <a:pt x="56" y="66673"/>
                  <a:pt x="0" y="85548"/>
                </a:cubicBezTo>
                <a:lnTo>
                  <a:pt x="0" y="359304"/>
                </a:lnTo>
                <a:cubicBezTo>
                  <a:pt x="0" y="340405"/>
                  <a:pt x="15320" y="325084"/>
                  <a:pt x="34219" y="325084"/>
                </a:cubicBezTo>
                <a:lnTo>
                  <a:pt x="322312" y="325084"/>
                </a:lnTo>
                <a:cubicBezTo>
                  <a:pt x="354623" y="325084"/>
                  <a:pt x="383308" y="304408"/>
                  <a:pt x="393523" y="273755"/>
                </a:cubicBezTo>
                <a:close/>
                <a:moveTo>
                  <a:pt x="0" y="359304"/>
                </a:moveTo>
                <a:cubicBezTo>
                  <a:pt x="0" y="378203"/>
                  <a:pt x="15320" y="393523"/>
                  <a:pt x="34219" y="393523"/>
                </a:cubicBezTo>
                <a:lnTo>
                  <a:pt x="162542" y="393523"/>
                </a:lnTo>
                <a:cubicBezTo>
                  <a:pt x="171991" y="393523"/>
                  <a:pt x="179652" y="385863"/>
                  <a:pt x="179652" y="376413"/>
                </a:cubicBezTo>
                <a:lnTo>
                  <a:pt x="179652" y="325084"/>
                </a:lnTo>
              </a:path>
            </a:pathLst>
          </a:custGeom>
          <a:noFill/>
          <a:ln w="128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Group 29"/>
          <p:cNvGrpSpPr/>
          <p:nvPr/>
        </p:nvGrpSpPr>
        <p:grpSpPr>
          <a:xfrm>
            <a:off x="3957109" y="2027787"/>
            <a:ext cx="1071448" cy="410583"/>
            <a:chOff x="3915304" y="2161139"/>
            <a:chExt cx="1071448" cy="410583"/>
          </a:xfrm>
        </p:grpSpPr>
        <p:sp>
          <p:nvSpPr>
            <p:cNvPr id="28" name="TextBox 27"/>
            <p:cNvSpPr txBox="1"/>
            <p:nvPr/>
          </p:nvSpPr>
          <p:spPr>
            <a:xfrm>
              <a:off x="3915304" y="2161139"/>
              <a:ext cx="1071448" cy="205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Flexible Data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15304" y="2366402"/>
              <a:ext cx="1071448" cy="20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Modeling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344834" y="2027787"/>
            <a:ext cx="989295" cy="410583"/>
            <a:chOff x="7303029" y="2161139"/>
            <a:chExt cx="989295" cy="410583"/>
          </a:xfrm>
        </p:grpSpPr>
        <p:sp>
          <p:nvSpPr>
            <p:cNvPr id="31" name="TextBox 30"/>
            <p:cNvSpPr txBox="1"/>
            <p:nvPr/>
          </p:nvSpPr>
          <p:spPr>
            <a:xfrm>
              <a:off x="7303029" y="2161139"/>
              <a:ext cx="989295" cy="205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CI/CD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03029" y="2366402"/>
              <a:ext cx="989295" cy="20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Deployment</a:t>
              </a: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3424767" y="1309155"/>
            <a:ext cx="375176" cy="397801"/>
          </a:xfrm>
          <a:custGeom>
            <a:avLst/>
            <a:gdLst/>
            <a:ahLst/>
            <a:cxnLst/>
            <a:rect l="0" t="0" r="0" b="0"/>
            <a:pathLst>
              <a:path w="375176" h="397801">
                <a:moveTo>
                  <a:pt x="336679" y="95281"/>
                </a:moveTo>
                <a:cubicBezTo>
                  <a:pt x="357942" y="95281"/>
                  <a:pt x="375176" y="78046"/>
                  <a:pt x="375176" y="56784"/>
                </a:cubicBezTo>
                <a:cubicBezTo>
                  <a:pt x="375176" y="35523"/>
                  <a:pt x="357942" y="18287"/>
                  <a:pt x="336679" y="18287"/>
                </a:cubicBezTo>
                <a:cubicBezTo>
                  <a:pt x="315419" y="18287"/>
                  <a:pt x="298183" y="35523"/>
                  <a:pt x="298183" y="56784"/>
                </a:cubicBezTo>
                <a:cubicBezTo>
                  <a:pt x="298183" y="78046"/>
                  <a:pt x="315419" y="95281"/>
                  <a:pt x="336679" y="95281"/>
                </a:cubicBezTo>
                <a:close/>
                <a:moveTo>
                  <a:pt x="335824" y="397801"/>
                </a:moveTo>
                <a:cubicBezTo>
                  <a:pt x="349512" y="397801"/>
                  <a:pt x="361489" y="385824"/>
                  <a:pt x="361489" y="372136"/>
                </a:cubicBezTo>
                <a:lnTo>
                  <a:pt x="361489" y="146287"/>
                </a:lnTo>
                <a:cubicBezTo>
                  <a:pt x="361489" y="136021"/>
                  <a:pt x="356356" y="127467"/>
                  <a:pt x="347801" y="124045"/>
                </a:cubicBezTo>
                <a:cubicBezTo>
                  <a:pt x="339246" y="118912"/>
                  <a:pt x="328980" y="120623"/>
                  <a:pt x="322136" y="125756"/>
                </a:cubicBezTo>
                <a:lnTo>
                  <a:pt x="303316" y="137732"/>
                </a:lnTo>
                <a:cubicBezTo>
                  <a:pt x="287917" y="147998"/>
                  <a:pt x="260541" y="146287"/>
                  <a:pt x="229744" y="146287"/>
                </a:cubicBezTo>
                <a:cubicBezTo>
                  <a:pt x="216056" y="146287"/>
                  <a:pt x="204079" y="158264"/>
                  <a:pt x="204079" y="171952"/>
                </a:cubicBezTo>
                <a:cubicBezTo>
                  <a:pt x="204079" y="185640"/>
                  <a:pt x="216056" y="197617"/>
                  <a:pt x="229744" y="197617"/>
                </a:cubicBezTo>
                <a:lnTo>
                  <a:pt x="274229" y="197617"/>
                </a:lnTo>
                <a:cubicBezTo>
                  <a:pt x="286206" y="197617"/>
                  <a:pt x="298183" y="195906"/>
                  <a:pt x="310159" y="190773"/>
                </a:cubicBezTo>
                <a:lnTo>
                  <a:pt x="310159" y="372136"/>
                </a:lnTo>
                <a:cubicBezTo>
                  <a:pt x="310159" y="385824"/>
                  <a:pt x="322136" y="397801"/>
                  <a:pt x="335824" y="397801"/>
                </a:cubicBezTo>
                <a:close/>
                <a:moveTo>
                  <a:pt x="122712" y="146288"/>
                </a:moveTo>
                <a:lnTo>
                  <a:pt x="37164" y="146288"/>
                </a:lnTo>
                <a:moveTo>
                  <a:pt x="122712" y="94959"/>
                </a:moveTo>
                <a:lnTo>
                  <a:pt x="37164" y="94959"/>
                </a:lnTo>
                <a:moveTo>
                  <a:pt x="122712" y="43630"/>
                </a:moveTo>
                <a:lnTo>
                  <a:pt x="37164" y="43630"/>
                </a:lnTo>
                <a:moveTo>
                  <a:pt x="233273" y="197617"/>
                </a:moveTo>
                <a:lnTo>
                  <a:pt x="37164" y="197617"/>
                </a:lnTo>
                <a:moveTo>
                  <a:pt x="37126" y="197617"/>
                </a:moveTo>
                <a:lnTo>
                  <a:pt x="37126" y="397801"/>
                </a:lnTo>
                <a:lnTo>
                  <a:pt x="196286" y="397801"/>
                </a:lnTo>
                <a:moveTo>
                  <a:pt x="0" y="0"/>
                </a:moveTo>
                <a:moveTo>
                  <a:pt x="156932" y="397801"/>
                </a:moveTo>
                <a:lnTo>
                  <a:pt x="156932" y="197617"/>
                </a:lnTo>
                <a:moveTo>
                  <a:pt x="0" y="0"/>
                </a:moveTo>
                <a:moveTo>
                  <a:pt x="229740" y="146286"/>
                </a:moveTo>
                <a:lnTo>
                  <a:pt x="243428" y="94957"/>
                </a:lnTo>
              </a:path>
            </a:pathLst>
          </a:custGeom>
          <a:noFill/>
          <a:ln w="128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7" name="Group 36"/>
          <p:cNvGrpSpPr/>
          <p:nvPr/>
        </p:nvGrpSpPr>
        <p:grpSpPr>
          <a:xfrm>
            <a:off x="660930" y="2533723"/>
            <a:ext cx="1765696" cy="380952"/>
            <a:chOff x="619125" y="2667075"/>
            <a:chExt cx="1765696" cy="380952"/>
          </a:xfrm>
        </p:grpSpPr>
        <p:sp>
          <p:nvSpPr>
            <p:cNvPr id="35" name="TextBox 34"/>
            <p:cNvSpPr txBox="1"/>
            <p:nvPr/>
          </p:nvSpPr>
          <p:spPr>
            <a:xfrm>
              <a:off x="619125" y="2667075"/>
              <a:ext cx="176569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Frontend: React, Vite, and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9125" y="2857575"/>
              <a:ext cx="1765696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Zustand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60930" y="3143267"/>
            <a:ext cx="2135505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 300"/>
              </a:rPr>
              <a:t>Backend: Node.js and Express.js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3815473" y="3157002"/>
            <a:ext cx="1066447" cy="410583"/>
            <a:chOff x="3773668" y="3290354"/>
            <a:chExt cx="1066447" cy="410583"/>
          </a:xfrm>
        </p:grpSpPr>
        <p:sp>
          <p:nvSpPr>
            <p:cNvPr id="39" name="TextBox 38"/>
            <p:cNvSpPr txBox="1"/>
            <p:nvPr/>
          </p:nvSpPr>
          <p:spPr>
            <a:xfrm>
              <a:off x="3773668" y="3290354"/>
              <a:ext cx="1066447" cy="205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Frontend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73668" y="3495617"/>
              <a:ext cx="1066447" cy="20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Technologies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7228862" y="3157002"/>
            <a:ext cx="1066447" cy="410583"/>
            <a:chOff x="7187057" y="3290354"/>
            <a:chExt cx="1066447" cy="410583"/>
          </a:xfrm>
        </p:grpSpPr>
        <p:sp>
          <p:nvSpPr>
            <p:cNvPr id="42" name="TextBox 41"/>
            <p:cNvSpPr txBox="1"/>
            <p:nvPr/>
          </p:nvSpPr>
          <p:spPr>
            <a:xfrm>
              <a:off x="7187057" y="3290354"/>
              <a:ext cx="1066447" cy="205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Backend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187057" y="3495617"/>
              <a:ext cx="1066447" cy="20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0">
                  <a:solidFill>
                    <a:srgbClr val="FFFFFF"/>
                  </a:solidFill>
                  <a:latin typeface="Funnel Display Regular"/>
                </a:rPr>
                <a:t>Technologies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32330" y="552517"/>
            <a:ext cx="2124313" cy="685800"/>
            <a:chOff x="390525" y="685869"/>
            <a:chExt cx="2124313" cy="685800"/>
          </a:xfrm>
        </p:grpSpPr>
        <p:sp>
          <p:nvSpPr>
            <p:cNvPr id="45" name="TextBox 44"/>
            <p:cNvSpPr txBox="1"/>
            <p:nvPr/>
          </p:nvSpPr>
          <p:spPr>
            <a:xfrm>
              <a:off x="390525" y="685869"/>
              <a:ext cx="212431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Funnel Display 600"/>
                </a:rPr>
                <a:t>MERN &amp; State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0525" y="990669"/>
              <a:ext cx="21243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Funnel Display 600"/>
                </a:rPr>
                <a:t>Management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60929" y="3600476"/>
            <a:ext cx="1707356" cy="380952"/>
            <a:chOff x="619124" y="3733828"/>
            <a:chExt cx="1707356" cy="380952"/>
          </a:xfrm>
        </p:grpSpPr>
        <p:sp>
          <p:nvSpPr>
            <p:cNvPr id="48" name="TextBox 47"/>
            <p:cNvSpPr txBox="1"/>
            <p:nvPr/>
          </p:nvSpPr>
          <p:spPr>
            <a:xfrm>
              <a:off x="619124" y="3733828"/>
              <a:ext cx="170735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Database: MongoDB and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19124" y="3924328"/>
              <a:ext cx="1707356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Mongoose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60930" y="4210030"/>
            <a:ext cx="2219325" cy="380952"/>
            <a:chOff x="619125" y="4343382"/>
            <a:chExt cx="2219325" cy="380952"/>
          </a:xfrm>
        </p:grpSpPr>
        <p:sp>
          <p:nvSpPr>
            <p:cNvPr id="51" name="TextBox 50"/>
            <p:cNvSpPr txBox="1"/>
            <p:nvPr/>
          </p:nvSpPr>
          <p:spPr>
            <a:xfrm>
              <a:off x="619125" y="4343382"/>
              <a:ext cx="22193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Deployment: Vercel, Railway, and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19125" y="4533882"/>
              <a:ext cx="2219325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Funnel Display 300"/>
                </a:rPr>
                <a:t>GitHub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25882" y="2877844"/>
            <a:ext cx="879767" cy="659825"/>
          </a:xfrm>
          <a:custGeom>
            <a:avLst/>
            <a:gdLst/>
            <a:ahLst/>
            <a:cxnLst/>
            <a:rect l="0" t="0" r="0" b="0"/>
            <a:pathLst>
              <a:path w="879767" h="659825">
                <a:moveTo>
                  <a:pt x="54987" y="0"/>
                </a:moveTo>
                <a:lnTo>
                  <a:pt x="824779" y="0"/>
                </a:lnTo>
                <a:lnTo>
                  <a:pt x="879767" y="659825"/>
                </a:lnTo>
                <a:lnTo>
                  <a:pt x="0" y="659825"/>
                </a:lnTo>
                <a:lnTo>
                  <a:pt x="54987" y="0"/>
                </a:lnTo>
              </a:path>
            </a:pathLst>
          </a:custGeom>
          <a:solidFill>
            <a:srgbClr val="7E56F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25882" y="2877844"/>
            <a:ext cx="879763" cy="659822"/>
          </a:xfrm>
          <a:custGeom>
            <a:avLst/>
            <a:gdLst/>
            <a:ahLst/>
            <a:cxnLst/>
            <a:rect l="0" t="0" r="0" b="0"/>
            <a:pathLst>
              <a:path w="879763" h="659822">
                <a:moveTo>
                  <a:pt x="54985" y="0"/>
                </a:moveTo>
                <a:lnTo>
                  <a:pt x="824778" y="0"/>
                </a:lnTo>
                <a:lnTo>
                  <a:pt x="879763" y="659822"/>
                </a:lnTo>
                <a:lnTo>
                  <a:pt x="0" y="659822"/>
                </a:lnTo>
                <a:lnTo>
                  <a:pt x="54985" y="0"/>
                </a:lnTo>
                <a:close/>
              </a:path>
            </a:pathLst>
          </a:custGeom>
          <a:noFill/>
          <a:ln w="13744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75140" y="3537668"/>
            <a:ext cx="985504" cy="659825"/>
          </a:xfrm>
          <a:custGeom>
            <a:avLst/>
            <a:gdLst/>
            <a:ahLst/>
            <a:cxnLst/>
            <a:rect l="0" t="0" r="0" b="0"/>
            <a:pathLst>
              <a:path w="985504" h="659825">
                <a:moveTo>
                  <a:pt x="930516" y="0"/>
                </a:moveTo>
                <a:lnTo>
                  <a:pt x="985504" y="659825"/>
                </a:lnTo>
                <a:lnTo>
                  <a:pt x="50749" y="659825"/>
                </a:lnTo>
                <a:lnTo>
                  <a:pt x="0" y="609076"/>
                </a:lnTo>
                <a:lnTo>
                  <a:pt x="50758" y="0"/>
                </a:lnTo>
                <a:lnTo>
                  <a:pt x="930516" y="0"/>
                </a:lnTo>
              </a:path>
            </a:pathLst>
          </a:custGeom>
          <a:solidFill>
            <a:srgbClr val="7E56F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75140" y="3537668"/>
            <a:ext cx="985504" cy="659822"/>
          </a:xfrm>
          <a:custGeom>
            <a:avLst/>
            <a:gdLst/>
            <a:ahLst/>
            <a:cxnLst/>
            <a:rect l="0" t="0" r="0" b="0"/>
            <a:pathLst>
              <a:path w="985504" h="659822">
                <a:moveTo>
                  <a:pt x="930519" y="0"/>
                </a:moveTo>
                <a:lnTo>
                  <a:pt x="985504" y="659822"/>
                </a:lnTo>
                <a:lnTo>
                  <a:pt x="50748" y="659822"/>
                </a:lnTo>
                <a:lnTo>
                  <a:pt x="0" y="609074"/>
                </a:lnTo>
                <a:lnTo>
                  <a:pt x="50755" y="0"/>
                </a:lnTo>
                <a:lnTo>
                  <a:pt x="930519" y="0"/>
                </a:lnTo>
                <a:close/>
              </a:path>
            </a:pathLst>
          </a:custGeom>
          <a:noFill/>
          <a:ln w="13744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2335852" y="1558199"/>
            <a:ext cx="5718466" cy="1209675"/>
            <a:chOff x="2326769" y="1472910"/>
            <a:chExt cx="5718466" cy="1209675"/>
          </a:xfrm>
        </p:grpSpPr>
        <p:sp>
          <p:nvSpPr>
            <p:cNvPr id="6" name="Rounded Rectangle 5"/>
            <p:cNvSpPr/>
            <p:nvPr/>
          </p:nvSpPr>
          <p:spPr>
            <a:xfrm>
              <a:off x="2986594" y="1472910"/>
              <a:ext cx="5058641" cy="1209675"/>
            </a:xfrm>
            <a:custGeom>
              <a:avLst/>
              <a:gdLst/>
              <a:ahLst/>
              <a:cxnLst/>
              <a:rect l="0" t="0" r="0" b="0"/>
              <a:pathLst>
                <a:path w="5058641" h="1209675">
                  <a:moveTo>
                    <a:pt x="0" y="824779"/>
                  </a:moveTo>
                  <a:lnTo>
                    <a:pt x="0" y="384905"/>
                  </a:lnTo>
                  <a:lnTo>
                    <a:pt x="5058641" y="0"/>
                  </a:lnTo>
                  <a:lnTo>
                    <a:pt x="5058641" y="1209675"/>
                  </a:lnTo>
                  <a:lnTo>
                    <a:pt x="0" y="824779"/>
                  </a:lnTo>
                </a:path>
              </a:pathLst>
            </a:custGeom>
            <a:solidFill>
              <a:srgbClr val="7E56FF">
                <a:alpha val="46667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326769" y="1747839"/>
              <a:ext cx="659825" cy="659815"/>
            </a:xfrm>
            <a:custGeom>
              <a:avLst/>
              <a:gdLst/>
              <a:ahLst/>
              <a:cxnLst/>
              <a:rect l="0" t="0" r="0" b="0"/>
              <a:pathLst>
                <a:path w="659825" h="659815">
                  <a:moveTo>
                    <a:pt x="0" y="0"/>
                  </a:moveTo>
                  <a:lnTo>
                    <a:pt x="659825" y="0"/>
                  </a:lnTo>
                  <a:lnTo>
                    <a:pt x="659825" y="659815"/>
                  </a:lnTo>
                  <a:lnTo>
                    <a:pt x="0" y="659815"/>
                  </a:lnTo>
                  <a:lnTo>
                    <a:pt x="0" y="0"/>
                  </a:lnTo>
                </a:path>
              </a:pathLst>
            </a:custGeom>
            <a:solidFill>
              <a:srgbClr val="7E56FF">
                <a:alpha val="46667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335852" y="1558199"/>
            <a:ext cx="5718464" cy="1209675"/>
            <a:chOff x="2326769" y="1472910"/>
            <a:chExt cx="5718464" cy="1209675"/>
          </a:xfrm>
        </p:grpSpPr>
        <p:sp>
          <p:nvSpPr>
            <p:cNvPr id="9" name="Rounded Rectangle 8"/>
            <p:cNvSpPr/>
            <p:nvPr/>
          </p:nvSpPr>
          <p:spPr>
            <a:xfrm>
              <a:off x="2986592" y="1472910"/>
              <a:ext cx="5058641" cy="1209675"/>
            </a:xfrm>
            <a:custGeom>
              <a:avLst/>
              <a:gdLst/>
              <a:ahLst/>
              <a:cxnLst/>
              <a:rect l="0" t="0" r="0" b="0"/>
              <a:pathLst>
                <a:path w="5058641" h="1209675">
                  <a:moveTo>
                    <a:pt x="0" y="824781"/>
                  </a:moveTo>
                  <a:lnTo>
                    <a:pt x="0" y="384901"/>
                  </a:lnTo>
                  <a:lnTo>
                    <a:pt x="5058641" y="0"/>
                  </a:lnTo>
                  <a:lnTo>
                    <a:pt x="5058641" y="1209675"/>
                  </a:lnTo>
                  <a:lnTo>
                    <a:pt x="0" y="824781"/>
                  </a:lnTo>
                  <a:close/>
                </a:path>
              </a:pathLst>
            </a:custGeom>
            <a:noFill/>
            <a:ln w="13744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326769" y="1747836"/>
              <a:ext cx="659822" cy="659822"/>
            </a:xfrm>
            <a:custGeom>
              <a:avLst/>
              <a:gdLst/>
              <a:ahLst/>
              <a:cxnLst/>
              <a:rect l="0" t="0" r="0" b="0"/>
              <a:pathLst>
                <a:path w="659822" h="659822">
                  <a:moveTo>
                    <a:pt x="0" y="0"/>
                  </a:moveTo>
                  <a:lnTo>
                    <a:pt x="659822" y="0"/>
                  </a:lnTo>
                  <a:lnTo>
                    <a:pt x="659822" y="659822"/>
                  </a:lnTo>
                  <a:lnTo>
                    <a:pt x="0" y="65982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744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335852" y="2492951"/>
            <a:ext cx="659825" cy="164953"/>
          </a:xfrm>
          <a:custGeom>
            <a:avLst/>
            <a:gdLst/>
            <a:ahLst/>
            <a:cxnLst/>
            <a:rect l="0" t="0" r="0" b="0"/>
            <a:pathLst>
              <a:path w="659825" h="164953">
                <a:moveTo>
                  <a:pt x="0" y="0"/>
                </a:moveTo>
                <a:lnTo>
                  <a:pt x="659825" y="0"/>
                </a:lnTo>
                <a:lnTo>
                  <a:pt x="659825" y="164953"/>
                </a:lnTo>
                <a:lnTo>
                  <a:pt x="0" y="164953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5852" y="2492951"/>
            <a:ext cx="659822" cy="164955"/>
          </a:xfrm>
          <a:custGeom>
            <a:avLst/>
            <a:gdLst/>
            <a:ahLst/>
            <a:cxnLst/>
            <a:rect l="0" t="0" r="0" b="0"/>
            <a:pathLst>
              <a:path w="659822" h="164955">
                <a:moveTo>
                  <a:pt x="0" y="0"/>
                </a:moveTo>
                <a:lnTo>
                  <a:pt x="659822" y="0"/>
                </a:lnTo>
                <a:lnTo>
                  <a:pt x="659822" y="164955"/>
                </a:lnTo>
                <a:lnTo>
                  <a:pt x="0" y="164955"/>
                </a:lnTo>
                <a:lnTo>
                  <a:pt x="0" y="0"/>
                </a:lnTo>
                <a:close/>
              </a:path>
            </a:pathLst>
          </a:custGeom>
          <a:noFill/>
          <a:ln w="13744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25882" y="1448229"/>
            <a:ext cx="879763" cy="1209674"/>
          </a:xfrm>
          <a:custGeom>
            <a:avLst/>
            <a:gdLst/>
            <a:ahLst/>
            <a:cxnLst/>
            <a:rect l="0" t="0" r="0" b="0"/>
            <a:pathLst>
              <a:path w="879763" h="1209674">
                <a:moveTo>
                  <a:pt x="879763" y="1209674"/>
                </a:moveTo>
                <a:lnTo>
                  <a:pt x="879763" y="1044719"/>
                </a:lnTo>
                <a:lnTo>
                  <a:pt x="0" y="1044719"/>
                </a:lnTo>
                <a:lnTo>
                  <a:pt x="0" y="1209674"/>
                </a:lnTo>
                <a:moveTo>
                  <a:pt x="329911" y="1044719"/>
                </a:moveTo>
                <a:lnTo>
                  <a:pt x="329911" y="1209674"/>
                </a:lnTo>
                <a:moveTo>
                  <a:pt x="109970" y="1044719"/>
                </a:moveTo>
                <a:lnTo>
                  <a:pt x="109970" y="1209674"/>
                </a:lnTo>
                <a:moveTo>
                  <a:pt x="549852" y="1044719"/>
                </a:moveTo>
                <a:lnTo>
                  <a:pt x="549852" y="1209674"/>
                </a:lnTo>
                <a:moveTo>
                  <a:pt x="769793" y="1044719"/>
                </a:moveTo>
                <a:lnTo>
                  <a:pt x="769793" y="1209674"/>
                </a:lnTo>
                <a:moveTo>
                  <a:pt x="439881" y="0"/>
                </a:moveTo>
                <a:lnTo>
                  <a:pt x="439881" y="164955"/>
                </a:lnTo>
              </a:path>
            </a:pathLst>
          </a:custGeom>
          <a:noFill/>
          <a:ln w="137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70896" y="1613186"/>
            <a:ext cx="989733" cy="1264662"/>
          </a:xfrm>
          <a:custGeom>
            <a:avLst/>
            <a:gdLst/>
            <a:ahLst/>
            <a:cxnLst/>
            <a:rect l="0" t="0" r="0" b="0"/>
            <a:pathLst>
              <a:path w="989733" h="1264662">
                <a:moveTo>
                  <a:pt x="54987" y="219941"/>
                </a:moveTo>
                <a:lnTo>
                  <a:pt x="934745" y="219941"/>
                </a:lnTo>
                <a:lnTo>
                  <a:pt x="494871" y="0"/>
                </a:lnTo>
                <a:lnTo>
                  <a:pt x="54987" y="219941"/>
                </a:lnTo>
                <a:moveTo>
                  <a:pt x="0" y="1154687"/>
                </a:moveTo>
                <a:lnTo>
                  <a:pt x="0" y="1044721"/>
                </a:lnTo>
                <a:lnTo>
                  <a:pt x="989733" y="1044721"/>
                </a:lnTo>
                <a:lnTo>
                  <a:pt x="989733" y="1154687"/>
                </a:lnTo>
                <a:lnTo>
                  <a:pt x="934745" y="1154687"/>
                </a:lnTo>
                <a:lnTo>
                  <a:pt x="879767" y="1264662"/>
                </a:lnTo>
                <a:lnTo>
                  <a:pt x="109966" y="1264662"/>
                </a:lnTo>
                <a:lnTo>
                  <a:pt x="54987" y="1154687"/>
                </a:lnTo>
                <a:lnTo>
                  <a:pt x="0" y="1154687"/>
                </a:lnTo>
              </a:path>
            </a:pathLst>
          </a:custGeom>
          <a:solidFill>
            <a:srgbClr val="7E56F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70896" y="1613186"/>
            <a:ext cx="989733" cy="1264660"/>
          </a:xfrm>
          <a:custGeom>
            <a:avLst/>
            <a:gdLst/>
            <a:ahLst/>
            <a:cxnLst/>
            <a:rect l="0" t="0" r="0" b="0"/>
            <a:pathLst>
              <a:path w="989733" h="1264660">
                <a:moveTo>
                  <a:pt x="54985" y="219940"/>
                </a:moveTo>
                <a:lnTo>
                  <a:pt x="934748" y="219940"/>
                </a:lnTo>
                <a:lnTo>
                  <a:pt x="494866" y="0"/>
                </a:lnTo>
                <a:lnTo>
                  <a:pt x="54985" y="219940"/>
                </a:lnTo>
                <a:close/>
                <a:moveTo>
                  <a:pt x="54985" y="1154689"/>
                </a:moveTo>
                <a:lnTo>
                  <a:pt x="934748" y="1154689"/>
                </a:lnTo>
                <a:lnTo>
                  <a:pt x="879763" y="1264660"/>
                </a:lnTo>
                <a:lnTo>
                  <a:pt x="109970" y="1264660"/>
                </a:lnTo>
                <a:lnTo>
                  <a:pt x="54985" y="1154689"/>
                </a:lnTo>
                <a:close/>
                <a:moveTo>
                  <a:pt x="0" y="1044719"/>
                </a:moveTo>
                <a:lnTo>
                  <a:pt x="989733" y="1044719"/>
                </a:lnTo>
                <a:lnTo>
                  <a:pt x="989733" y="1154689"/>
                </a:lnTo>
                <a:lnTo>
                  <a:pt x="0" y="1154689"/>
                </a:lnTo>
                <a:lnTo>
                  <a:pt x="0" y="1044719"/>
                </a:lnTo>
                <a:close/>
              </a:path>
            </a:pathLst>
          </a:custGeom>
          <a:noFill/>
          <a:ln w="13744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33756" y="4087523"/>
            <a:ext cx="3793321" cy="599208"/>
          </a:xfrm>
          <a:custGeom>
            <a:avLst/>
            <a:gdLst/>
            <a:ahLst/>
            <a:cxnLst/>
            <a:rect l="0" t="0" r="0" b="0"/>
            <a:pathLst>
              <a:path w="3793321" h="599208">
                <a:moveTo>
                  <a:pt x="119586" y="599132"/>
                </a:moveTo>
                <a:cubicBezTo>
                  <a:pt x="159658" y="599132"/>
                  <a:pt x="199996" y="586416"/>
                  <a:pt x="227590" y="560784"/>
                </a:cubicBezTo>
                <a:cubicBezTo>
                  <a:pt x="231324" y="557317"/>
                  <a:pt x="234781" y="553735"/>
                  <a:pt x="237972" y="549849"/>
                </a:cubicBezTo>
                <a:cubicBezTo>
                  <a:pt x="241249" y="553735"/>
                  <a:pt x="244716" y="557317"/>
                  <a:pt x="248354" y="560784"/>
                </a:cubicBezTo>
                <a:cubicBezTo>
                  <a:pt x="275948" y="586311"/>
                  <a:pt x="316287" y="599132"/>
                  <a:pt x="356358" y="599132"/>
                </a:cubicBezTo>
                <a:cubicBezTo>
                  <a:pt x="396430" y="599132"/>
                  <a:pt x="436768" y="586416"/>
                  <a:pt x="464362" y="560784"/>
                </a:cubicBezTo>
                <a:cubicBezTo>
                  <a:pt x="468010" y="557317"/>
                  <a:pt x="471468" y="553735"/>
                  <a:pt x="474659" y="549849"/>
                </a:cubicBezTo>
                <a:cubicBezTo>
                  <a:pt x="477935" y="553735"/>
                  <a:pt x="481393" y="557317"/>
                  <a:pt x="485041" y="560784"/>
                </a:cubicBezTo>
                <a:cubicBezTo>
                  <a:pt x="512635" y="586311"/>
                  <a:pt x="552973" y="599132"/>
                  <a:pt x="593045" y="599132"/>
                </a:cubicBezTo>
                <a:cubicBezTo>
                  <a:pt x="633117" y="599132"/>
                  <a:pt x="673455" y="586416"/>
                  <a:pt x="701049" y="560784"/>
                </a:cubicBezTo>
                <a:cubicBezTo>
                  <a:pt x="704697" y="557317"/>
                  <a:pt x="708155" y="553735"/>
                  <a:pt x="711336" y="549849"/>
                </a:cubicBezTo>
                <a:cubicBezTo>
                  <a:pt x="714622" y="553735"/>
                  <a:pt x="718080" y="557317"/>
                  <a:pt x="721718" y="560784"/>
                </a:cubicBezTo>
                <a:cubicBezTo>
                  <a:pt x="749312" y="586311"/>
                  <a:pt x="789660" y="599132"/>
                  <a:pt x="829732" y="599132"/>
                </a:cubicBezTo>
                <a:cubicBezTo>
                  <a:pt x="869794" y="599132"/>
                  <a:pt x="910142" y="586416"/>
                  <a:pt x="937736" y="560784"/>
                </a:cubicBezTo>
                <a:cubicBezTo>
                  <a:pt x="941374" y="557317"/>
                  <a:pt x="944841" y="553735"/>
                  <a:pt x="948023" y="549849"/>
                </a:cubicBezTo>
                <a:cubicBezTo>
                  <a:pt x="951299" y="553735"/>
                  <a:pt x="954766" y="557317"/>
                  <a:pt x="958405" y="560784"/>
                </a:cubicBezTo>
                <a:cubicBezTo>
                  <a:pt x="985999" y="586311"/>
                  <a:pt x="1026347" y="599132"/>
                  <a:pt x="1066409" y="599132"/>
                </a:cubicBezTo>
                <a:cubicBezTo>
                  <a:pt x="1106481" y="599132"/>
                  <a:pt x="1146829" y="586416"/>
                  <a:pt x="1174422" y="560784"/>
                </a:cubicBezTo>
                <a:cubicBezTo>
                  <a:pt x="1178061" y="557317"/>
                  <a:pt x="1181519" y="553735"/>
                  <a:pt x="1184709" y="549849"/>
                </a:cubicBezTo>
                <a:cubicBezTo>
                  <a:pt x="1187986" y="553735"/>
                  <a:pt x="1191444" y="557317"/>
                  <a:pt x="1195092" y="560784"/>
                </a:cubicBezTo>
                <a:cubicBezTo>
                  <a:pt x="1222686" y="586311"/>
                  <a:pt x="1263024" y="599132"/>
                  <a:pt x="1303096" y="599132"/>
                </a:cubicBezTo>
                <a:cubicBezTo>
                  <a:pt x="1343167" y="599132"/>
                  <a:pt x="1383506" y="586416"/>
                  <a:pt x="1411100" y="560784"/>
                </a:cubicBezTo>
                <a:cubicBezTo>
                  <a:pt x="1414833" y="557317"/>
                  <a:pt x="1418301" y="553735"/>
                  <a:pt x="1421482" y="549849"/>
                </a:cubicBezTo>
                <a:cubicBezTo>
                  <a:pt x="1424673" y="553735"/>
                  <a:pt x="1428130" y="557317"/>
                  <a:pt x="1431778" y="560784"/>
                </a:cubicBezTo>
                <a:cubicBezTo>
                  <a:pt x="1459372" y="586311"/>
                  <a:pt x="1499616" y="599132"/>
                  <a:pt x="1539782" y="599132"/>
                </a:cubicBezTo>
                <a:cubicBezTo>
                  <a:pt x="1579940" y="599132"/>
                  <a:pt x="1620192" y="586416"/>
                  <a:pt x="1647786" y="560784"/>
                </a:cubicBezTo>
                <a:cubicBezTo>
                  <a:pt x="1651520" y="557317"/>
                  <a:pt x="1654978" y="553735"/>
                  <a:pt x="1658169" y="549849"/>
                </a:cubicBezTo>
                <a:cubicBezTo>
                  <a:pt x="1661360" y="553735"/>
                  <a:pt x="1664817" y="557317"/>
                  <a:pt x="1668456" y="560784"/>
                </a:cubicBezTo>
                <a:cubicBezTo>
                  <a:pt x="1696050" y="586311"/>
                  <a:pt x="1736397" y="599132"/>
                  <a:pt x="1776460" y="599132"/>
                </a:cubicBezTo>
                <a:cubicBezTo>
                  <a:pt x="1816531" y="599132"/>
                  <a:pt x="1856879" y="586416"/>
                  <a:pt x="1884473" y="560784"/>
                </a:cubicBezTo>
                <a:cubicBezTo>
                  <a:pt x="1888207" y="557317"/>
                  <a:pt x="1891665" y="553735"/>
                  <a:pt x="1894855" y="549849"/>
                </a:cubicBezTo>
                <a:cubicBezTo>
                  <a:pt x="1898132" y="553735"/>
                  <a:pt x="1901590" y="557317"/>
                  <a:pt x="1905238" y="560784"/>
                </a:cubicBezTo>
                <a:cubicBezTo>
                  <a:pt x="1932822" y="586311"/>
                  <a:pt x="1974284" y="599208"/>
                  <a:pt x="2014442" y="599208"/>
                </a:cubicBezTo>
                <a:cubicBezTo>
                  <a:pt x="2054513" y="599208"/>
                  <a:pt x="2098376" y="586416"/>
                  <a:pt x="2125970" y="560784"/>
                </a:cubicBezTo>
                <a:cubicBezTo>
                  <a:pt x="2129704" y="557317"/>
                  <a:pt x="2133161" y="553735"/>
                  <a:pt x="2136352" y="549849"/>
                </a:cubicBezTo>
                <a:cubicBezTo>
                  <a:pt x="2139629" y="553735"/>
                  <a:pt x="2143086" y="557317"/>
                  <a:pt x="2146725" y="560784"/>
                </a:cubicBezTo>
                <a:cubicBezTo>
                  <a:pt x="2174319" y="586311"/>
                  <a:pt x="2214667" y="599132"/>
                  <a:pt x="2254738" y="599132"/>
                </a:cubicBezTo>
                <a:cubicBezTo>
                  <a:pt x="2294801" y="599132"/>
                  <a:pt x="2335148" y="586416"/>
                  <a:pt x="2362742" y="560784"/>
                </a:cubicBezTo>
                <a:cubicBezTo>
                  <a:pt x="2366476" y="557317"/>
                  <a:pt x="2369934" y="553735"/>
                  <a:pt x="2373125" y="549849"/>
                </a:cubicBezTo>
                <a:cubicBezTo>
                  <a:pt x="2376401" y="553735"/>
                  <a:pt x="2379859" y="557317"/>
                  <a:pt x="2383507" y="560784"/>
                </a:cubicBezTo>
                <a:cubicBezTo>
                  <a:pt x="2411101" y="586311"/>
                  <a:pt x="2451439" y="599132"/>
                  <a:pt x="2491511" y="599132"/>
                </a:cubicBezTo>
                <a:cubicBezTo>
                  <a:pt x="2531583" y="599132"/>
                  <a:pt x="2571921" y="586416"/>
                  <a:pt x="2599515" y="560784"/>
                </a:cubicBezTo>
                <a:cubicBezTo>
                  <a:pt x="2603163" y="557317"/>
                  <a:pt x="2606621" y="553735"/>
                  <a:pt x="2609802" y="549849"/>
                </a:cubicBezTo>
                <a:cubicBezTo>
                  <a:pt x="2613088" y="553735"/>
                  <a:pt x="2616546" y="557317"/>
                  <a:pt x="2620184" y="560784"/>
                </a:cubicBezTo>
                <a:cubicBezTo>
                  <a:pt x="2647778" y="586311"/>
                  <a:pt x="2688126" y="599132"/>
                  <a:pt x="2728198" y="599132"/>
                </a:cubicBezTo>
                <a:cubicBezTo>
                  <a:pt x="2768260" y="599132"/>
                  <a:pt x="2808608" y="586416"/>
                  <a:pt x="2836202" y="560784"/>
                </a:cubicBezTo>
                <a:cubicBezTo>
                  <a:pt x="2839840" y="557317"/>
                  <a:pt x="2843307" y="553735"/>
                  <a:pt x="2846489" y="549849"/>
                </a:cubicBezTo>
                <a:cubicBezTo>
                  <a:pt x="2849765" y="553735"/>
                  <a:pt x="2853232" y="557317"/>
                  <a:pt x="2856871" y="560784"/>
                </a:cubicBezTo>
                <a:cubicBezTo>
                  <a:pt x="2884465" y="586311"/>
                  <a:pt x="2924813" y="599132"/>
                  <a:pt x="2964875" y="599132"/>
                </a:cubicBezTo>
                <a:cubicBezTo>
                  <a:pt x="3004947" y="599132"/>
                  <a:pt x="3045294" y="586416"/>
                  <a:pt x="3072888" y="560784"/>
                </a:cubicBezTo>
                <a:cubicBezTo>
                  <a:pt x="3076527" y="557317"/>
                  <a:pt x="3079984" y="553735"/>
                  <a:pt x="3083175" y="549849"/>
                </a:cubicBezTo>
                <a:cubicBezTo>
                  <a:pt x="3086452" y="553735"/>
                  <a:pt x="3089910" y="557317"/>
                  <a:pt x="3093558" y="560784"/>
                </a:cubicBezTo>
                <a:cubicBezTo>
                  <a:pt x="3121152" y="586311"/>
                  <a:pt x="3161490" y="599132"/>
                  <a:pt x="3201562" y="599132"/>
                </a:cubicBezTo>
                <a:cubicBezTo>
                  <a:pt x="3241633" y="599132"/>
                  <a:pt x="3281972" y="586416"/>
                  <a:pt x="3309566" y="560784"/>
                </a:cubicBezTo>
                <a:cubicBezTo>
                  <a:pt x="3313214" y="557317"/>
                  <a:pt x="3316671" y="553735"/>
                  <a:pt x="3319862" y="549849"/>
                </a:cubicBezTo>
                <a:cubicBezTo>
                  <a:pt x="3323139" y="553735"/>
                  <a:pt x="3326596" y="557317"/>
                  <a:pt x="3330244" y="560784"/>
                </a:cubicBezTo>
                <a:cubicBezTo>
                  <a:pt x="3357838" y="586311"/>
                  <a:pt x="3398177" y="599132"/>
                  <a:pt x="3438248" y="599132"/>
                </a:cubicBezTo>
                <a:cubicBezTo>
                  <a:pt x="3478320" y="599132"/>
                  <a:pt x="3518658" y="586416"/>
                  <a:pt x="3546252" y="560784"/>
                </a:cubicBezTo>
                <a:cubicBezTo>
                  <a:pt x="3549986" y="557317"/>
                  <a:pt x="3553444" y="553735"/>
                  <a:pt x="3556635" y="549849"/>
                </a:cubicBezTo>
                <a:cubicBezTo>
                  <a:pt x="3559816" y="553735"/>
                  <a:pt x="3563283" y="557317"/>
                  <a:pt x="3566922" y="560784"/>
                </a:cubicBezTo>
                <a:cubicBezTo>
                  <a:pt x="3594515" y="586311"/>
                  <a:pt x="3634768" y="599132"/>
                  <a:pt x="3674925" y="599132"/>
                </a:cubicBezTo>
                <a:cubicBezTo>
                  <a:pt x="3715092" y="599132"/>
                  <a:pt x="3755345" y="586416"/>
                  <a:pt x="3782939" y="560784"/>
                </a:cubicBezTo>
                <a:cubicBezTo>
                  <a:pt x="3786673" y="557317"/>
                  <a:pt x="3790130" y="553735"/>
                  <a:pt x="3793321" y="549849"/>
                </a:cubicBezTo>
                <a:lnTo>
                  <a:pt x="3683250" y="439883"/>
                </a:lnTo>
                <a:lnTo>
                  <a:pt x="3181559" y="439883"/>
                </a:lnTo>
                <a:lnTo>
                  <a:pt x="2961627" y="219941"/>
                </a:lnTo>
                <a:lnTo>
                  <a:pt x="2741685" y="219941"/>
                </a:lnTo>
                <a:lnTo>
                  <a:pt x="2631709" y="109966"/>
                </a:lnTo>
                <a:lnTo>
                  <a:pt x="1092126" y="109966"/>
                </a:lnTo>
                <a:lnTo>
                  <a:pt x="982151" y="0"/>
                </a:lnTo>
                <a:lnTo>
                  <a:pt x="656824" y="0"/>
                </a:lnTo>
                <a:lnTo>
                  <a:pt x="322335" y="329907"/>
                </a:lnTo>
                <a:lnTo>
                  <a:pt x="212359" y="329907"/>
                </a:lnTo>
                <a:lnTo>
                  <a:pt x="0" y="549849"/>
                </a:lnTo>
                <a:cubicBezTo>
                  <a:pt x="3276" y="553735"/>
                  <a:pt x="6743" y="557317"/>
                  <a:pt x="10382" y="560784"/>
                </a:cubicBezTo>
                <a:cubicBezTo>
                  <a:pt x="37976" y="586311"/>
                  <a:pt x="79428" y="599132"/>
                  <a:pt x="119586" y="599132"/>
                </a:cubicBezTo>
              </a:path>
            </a:pathLst>
          </a:custGeom>
          <a:solidFill>
            <a:srgbClr val="7E56F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3756" y="4087523"/>
            <a:ext cx="3793317" cy="599212"/>
          </a:xfrm>
          <a:custGeom>
            <a:avLst/>
            <a:gdLst/>
            <a:ahLst/>
            <a:cxnLst/>
            <a:rect l="0" t="0" r="0" b="0"/>
            <a:pathLst>
              <a:path w="3793317" h="599212">
                <a:moveTo>
                  <a:pt x="119586" y="599135"/>
                </a:moveTo>
                <a:cubicBezTo>
                  <a:pt x="159656" y="599135"/>
                  <a:pt x="199998" y="586420"/>
                  <a:pt x="227592" y="560780"/>
                </a:cubicBezTo>
                <a:cubicBezTo>
                  <a:pt x="231325" y="557312"/>
                  <a:pt x="234785" y="553740"/>
                  <a:pt x="237973" y="549852"/>
                </a:cubicBezTo>
                <a:cubicBezTo>
                  <a:pt x="241252" y="553740"/>
                  <a:pt x="244712" y="557312"/>
                  <a:pt x="248355" y="560780"/>
                </a:cubicBezTo>
                <a:cubicBezTo>
                  <a:pt x="275948" y="586315"/>
                  <a:pt x="316291" y="599135"/>
                  <a:pt x="356361" y="599135"/>
                </a:cubicBezTo>
                <a:cubicBezTo>
                  <a:pt x="396430" y="599135"/>
                  <a:pt x="436773" y="586420"/>
                  <a:pt x="464366" y="560780"/>
                </a:cubicBezTo>
                <a:cubicBezTo>
                  <a:pt x="468009" y="557312"/>
                  <a:pt x="471469" y="553740"/>
                  <a:pt x="474657" y="549852"/>
                </a:cubicBezTo>
                <a:cubicBezTo>
                  <a:pt x="477936" y="553740"/>
                  <a:pt x="481396" y="557312"/>
                  <a:pt x="485039" y="560780"/>
                </a:cubicBezTo>
                <a:cubicBezTo>
                  <a:pt x="512632" y="586315"/>
                  <a:pt x="552975" y="599135"/>
                  <a:pt x="593044" y="599135"/>
                </a:cubicBezTo>
                <a:cubicBezTo>
                  <a:pt x="633114" y="599135"/>
                  <a:pt x="673457" y="586420"/>
                  <a:pt x="701050" y="560780"/>
                </a:cubicBezTo>
                <a:cubicBezTo>
                  <a:pt x="704693" y="557312"/>
                  <a:pt x="708153" y="553740"/>
                  <a:pt x="711341" y="549852"/>
                </a:cubicBezTo>
                <a:cubicBezTo>
                  <a:pt x="714620" y="553740"/>
                  <a:pt x="718080" y="557312"/>
                  <a:pt x="721723" y="560780"/>
                </a:cubicBezTo>
                <a:cubicBezTo>
                  <a:pt x="749316" y="586315"/>
                  <a:pt x="789659" y="599135"/>
                  <a:pt x="829728" y="599135"/>
                </a:cubicBezTo>
                <a:cubicBezTo>
                  <a:pt x="869798" y="599135"/>
                  <a:pt x="910141" y="586420"/>
                  <a:pt x="937734" y="560780"/>
                </a:cubicBezTo>
                <a:cubicBezTo>
                  <a:pt x="941377" y="557312"/>
                  <a:pt x="944837" y="553740"/>
                  <a:pt x="948024" y="549852"/>
                </a:cubicBezTo>
                <a:cubicBezTo>
                  <a:pt x="951303" y="553740"/>
                  <a:pt x="954764" y="557312"/>
                  <a:pt x="958407" y="560780"/>
                </a:cubicBezTo>
                <a:cubicBezTo>
                  <a:pt x="986000" y="586315"/>
                  <a:pt x="1026343" y="599135"/>
                  <a:pt x="1066412" y="599135"/>
                </a:cubicBezTo>
                <a:cubicBezTo>
                  <a:pt x="1106482" y="599135"/>
                  <a:pt x="1146824" y="586420"/>
                  <a:pt x="1174418" y="560780"/>
                </a:cubicBezTo>
                <a:cubicBezTo>
                  <a:pt x="1178061" y="557312"/>
                  <a:pt x="1181521" y="553740"/>
                  <a:pt x="1184708" y="549852"/>
                </a:cubicBezTo>
                <a:cubicBezTo>
                  <a:pt x="1187987" y="553740"/>
                  <a:pt x="1191448" y="557312"/>
                  <a:pt x="1195091" y="560780"/>
                </a:cubicBezTo>
                <a:cubicBezTo>
                  <a:pt x="1222684" y="586315"/>
                  <a:pt x="1263026" y="599135"/>
                  <a:pt x="1303096" y="599135"/>
                </a:cubicBezTo>
                <a:cubicBezTo>
                  <a:pt x="1343166" y="599135"/>
                  <a:pt x="1383508" y="586420"/>
                  <a:pt x="1411102" y="560780"/>
                </a:cubicBezTo>
                <a:cubicBezTo>
                  <a:pt x="1414835" y="557312"/>
                  <a:pt x="1418297" y="553740"/>
                  <a:pt x="1421484" y="549852"/>
                </a:cubicBezTo>
                <a:cubicBezTo>
                  <a:pt x="1424671" y="553740"/>
                  <a:pt x="1428132" y="557312"/>
                  <a:pt x="1431774" y="560780"/>
                </a:cubicBezTo>
                <a:cubicBezTo>
                  <a:pt x="1459368" y="586315"/>
                  <a:pt x="1499619" y="599135"/>
                  <a:pt x="1539780" y="599135"/>
                </a:cubicBezTo>
                <a:cubicBezTo>
                  <a:pt x="1579940" y="599135"/>
                  <a:pt x="1620192" y="586420"/>
                  <a:pt x="1647786" y="560780"/>
                </a:cubicBezTo>
                <a:cubicBezTo>
                  <a:pt x="1651520" y="557312"/>
                  <a:pt x="1654980" y="553740"/>
                  <a:pt x="1658168" y="549852"/>
                </a:cubicBezTo>
                <a:cubicBezTo>
                  <a:pt x="1661355" y="553740"/>
                  <a:pt x="1664815" y="557312"/>
                  <a:pt x="1668458" y="560780"/>
                </a:cubicBezTo>
                <a:cubicBezTo>
                  <a:pt x="1696052" y="586315"/>
                  <a:pt x="1736394" y="599135"/>
                  <a:pt x="1776464" y="599135"/>
                </a:cubicBezTo>
                <a:cubicBezTo>
                  <a:pt x="1816533" y="599135"/>
                  <a:pt x="1856876" y="586420"/>
                  <a:pt x="1884470" y="560780"/>
                </a:cubicBezTo>
                <a:cubicBezTo>
                  <a:pt x="1888204" y="557312"/>
                  <a:pt x="1891664" y="553740"/>
                  <a:pt x="1894852" y="549852"/>
                </a:cubicBezTo>
                <a:cubicBezTo>
                  <a:pt x="1898130" y="553740"/>
                  <a:pt x="1901590" y="557312"/>
                  <a:pt x="1905233" y="560780"/>
                </a:cubicBezTo>
                <a:cubicBezTo>
                  <a:pt x="1932826" y="586315"/>
                  <a:pt x="1974280" y="599212"/>
                  <a:pt x="2014441" y="599212"/>
                </a:cubicBezTo>
                <a:cubicBezTo>
                  <a:pt x="2054510" y="599212"/>
                  <a:pt x="2098372" y="586420"/>
                  <a:pt x="2125966" y="560780"/>
                </a:cubicBezTo>
                <a:cubicBezTo>
                  <a:pt x="2129700" y="557312"/>
                  <a:pt x="2133160" y="553740"/>
                  <a:pt x="2136348" y="549852"/>
                </a:cubicBezTo>
                <a:cubicBezTo>
                  <a:pt x="2139626" y="553740"/>
                  <a:pt x="2143086" y="557312"/>
                  <a:pt x="2146729" y="560780"/>
                </a:cubicBezTo>
                <a:cubicBezTo>
                  <a:pt x="2174322" y="586315"/>
                  <a:pt x="2214665" y="599135"/>
                  <a:pt x="2254735" y="599135"/>
                </a:cubicBezTo>
                <a:cubicBezTo>
                  <a:pt x="2294804" y="599135"/>
                  <a:pt x="2335148" y="586420"/>
                  <a:pt x="2362741" y="560780"/>
                </a:cubicBezTo>
                <a:cubicBezTo>
                  <a:pt x="2366474" y="557312"/>
                  <a:pt x="2369935" y="553740"/>
                  <a:pt x="2373122" y="549852"/>
                </a:cubicBezTo>
                <a:cubicBezTo>
                  <a:pt x="2376401" y="553740"/>
                  <a:pt x="2379862" y="557312"/>
                  <a:pt x="2383504" y="560780"/>
                </a:cubicBezTo>
                <a:cubicBezTo>
                  <a:pt x="2411097" y="586315"/>
                  <a:pt x="2451440" y="599135"/>
                  <a:pt x="2491510" y="599135"/>
                </a:cubicBezTo>
                <a:cubicBezTo>
                  <a:pt x="2531580" y="599135"/>
                  <a:pt x="2571922" y="586420"/>
                  <a:pt x="2599516" y="560780"/>
                </a:cubicBezTo>
                <a:cubicBezTo>
                  <a:pt x="2603158" y="557312"/>
                  <a:pt x="2606619" y="553740"/>
                  <a:pt x="2609806" y="549852"/>
                </a:cubicBezTo>
                <a:cubicBezTo>
                  <a:pt x="2613084" y="553740"/>
                  <a:pt x="2616545" y="557312"/>
                  <a:pt x="2620188" y="560780"/>
                </a:cubicBezTo>
                <a:cubicBezTo>
                  <a:pt x="2647782" y="586315"/>
                  <a:pt x="2688124" y="599135"/>
                  <a:pt x="2728194" y="599135"/>
                </a:cubicBezTo>
                <a:cubicBezTo>
                  <a:pt x="2768264" y="599135"/>
                  <a:pt x="2808606" y="586420"/>
                  <a:pt x="2836200" y="560780"/>
                </a:cubicBezTo>
                <a:cubicBezTo>
                  <a:pt x="2839842" y="557312"/>
                  <a:pt x="2843303" y="553740"/>
                  <a:pt x="2846490" y="549852"/>
                </a:cubicBezTo>
                <a:cubicBezTo>
                  <a:pt x="2849769" y="553740"/>
                  <a:pt x="2853229" y="557312"/>
                  <a:pt x="2856872" y="560780"/>
                </a:cubicBezTo>
                <a:cubicBezTo>
                  <a:pt x="2884466" y="586315"/>
                  <a:pt x="2924808" y="599135"/>
                  <a:pt x="2964878" y="599135"/>
                </a:cubicBezTo>
                <a:cubicBezTo>
                  <a:pt x="3004947" y="599135"/>
                  <a:pt x="3045291" y="586420"/>
                  <a:pt x="3072884" y="560780"/>
                </a:cubicBezTo>
                <a:cubicBezTo>
                  <a:pt x="3076526" y="557312"/>
                  <a:pt x="3079987" y="553740"/>
                  <a:pt x="3083174" y="549852"/>
                </a:cubicBezTo>
                <a:cubicBezTo>
                  <a:pt x="3086453" y="553740"/>
                  <a:pt x="3089913" y="557312"/>
                  <a:pt x="3093556" y="560780"/>
                </a:cubicBezTo>
                <a:cubicBezTo>
                  <a:pt x="3121150" y="586315"/>
                  <a:pt x="3161492" y="599135"/>
                  <a:pt x="3201562" y="599135"/>
                </a:cubicBezTo>
                <a:cubicBezTo>
                  <a:pt x="3241631" y="599135"/>
                  <a:pt x="3281974" y="586420"/>
                  <a:pt x="3309567" y="560780"/>
                </a:cubicBezTo>
                <a:cubicBezTo>
                  <a:pt x="3313210" y="557312"/>
                  <a:pt x="3316670" y="553740"/>
                  <a:pt x="3319858" y="549852"/>
                </a:cubicBezTo>
                <a:cubicBezTo>
                  <a:pt x="3323137" y="553740"/>
                  <a:pt x="3326597" y="557312"/>
                  <a:pt x="3330240" y="560780"/>
                </a:cubicBezTo>
                <a:cubicBezTo>
                  <a:pt x="3357833" y="586315"/>
                  <a:pt x="3398176" y="599135"/>
                  <a:pt x="3438246" y="599135"/>
                </a:cubicBezTo>
                <a:cubicBezTo>
                  <a:pt x="3478315" y="599135"/>
                  <a:pt x="3518658" y="586420"/>
                  <a:pt x="3546251" y="560780"/>
                </a:cubicBezTo>
                <a:cubicBezTo>
                  <a:pt x="3549985" y="557312"/>
                  <a:pt x="3553446" y="553740"/>
                  <a:pt x="3556632" y="549852"/>
                </a:cubicBezTo>
                <a:cubicBezTo>
                  <a:pt x="3559820" y="553740"/>
                  <a:pt x="3563281" y="557312"/>
                  <a:pt x="3566924" y="560780"/>
                </a:cubicBezTo>
                <a:cubicBezTo>
                  <a:pt x="3594517" y="586315"/>
                  <a:pt x="3634768" y="599135"/>
                  <a:pt x="3674929" y="599135"/>
                </a:cubicBezTo>
                <a:cubicBezTo>
                  <a:pt x="3715090" y="599135"/>
                  <a:pt x="3755343" y="586420"/>
                  <a:pt x="3782936" y="560780"/>
                </a:cubicBezTo>
                <a:cubicBezTo>
                  <a:pt x="3786670" y="557312"/>
                  <a:pt x="3790130" y="553740"/>
                  <a:pt x="3793317" y="549852"/>
                </a:cubicBezTo>
                <a:lnTo>
                  <a:pt x="3683251" y="439881"/>
                </a:lnTo>
                <a:lnTo>
                  <a:pt x="3181564" y="439881"/>
                </a:lnTo>
                <a:lnTo>
                  <a:pt x="2961623" y="219940"/>
                </a:lnTo>
                <a:lnTo>
                  <a:pt x="2741682" y="219940"/>
                </a:lnTo>
                <a:lnTo>
                  <a:pt x="2631711" y="109970"/>
                </a:lnTo>
                <a:lnTo>
                  <a:pt x="1092125" y="109970"/>
                </a:lnTo>
                <a:lnTo>
                  <a:pt x="982155" y="0"/>
                </a:lnTo>
                <a:lnTo>
                  <a:pt x="656825" y="0"/>
                </a:lnTo>
                <a:lnTo>
                  <a:pt x="322332" y="329911"/>
                </a:lnTo>
                <a:lnTo>
                  <a:pt x="212362" y="329911"/>
                </a:lnTo>
                <a:lnTo>
                  <a:pt x="0" y="549852"/>
                </a:lnTo>
                <a:cubicBezTo>
                  <a:pt x="3278" y="553740"/>
                  <a:pt x="6739" y="557312"/>
                  <a:pt x="10381" y="560780"/>
                </a:cubicBezTo>
                <a:cubicBezTo>
                  <a:pt x="37974" y="586315"/>
                  <a:pt x="79425" y="599135"/>
                  <a:pt x="119586" y="599135"/>
                </a:cubicBezTo>
                <a:close/>
                <a:moveTo>
                  <a:pt x="119586" y="599135"/>
                </a:moveTo>
                <a:lnTo>
                  <a:pt x="119585" y="599212"/>
                </a:lnTo>
                <a:moveTo>
                  <a:pt x="1423471" y="332288"/>
                </a:moveTo>
                <a:lnTo>
                  <a:pt x="1312113" y="220930"/>
                </a:lnTo>
                <a:lnTo>
                  <a:pt x="1202707" y="220930"/>
                </a:lnTo>
                <a:lnTo>
                  <a:pt x="1091998" y="110221"/>
                </a:lnTo>
                <a:moveTo>
                  <a:pt x="653069" y="222231"/>
                </a:moveTo>
                <a:lnTo>
                  <a:pt x="544966" y="330335"/>
                </a:lnTo>
                <a:lnTo>
                  <a:pt x="324854" y="330335"/>
                </a:lnTo>
                <a:moveTo>
                  <a:pt x="1974944" y="439548"/>
                </a:moveTo>
                <a:lnTo>
                  <a:pt x="1865731" y="330335"/>
                </a:lnTo>
                <a:lnTo>
                  <a:pt x="1646134" y="330335"/>
                </a:lnTo>
                <a:lnTo>
                  <a:pt x="1426613" y="549856"/>
                </a:lnTo>
                <a:moveTo>
                  <a:pt x="2745013" y="222231"/>
                </a:moveTo>
                <a:lnTo>
                  <a:pt x="2636909" y="330335"/>
                </a:lnTo>
                <a:lnTo>
                  <a:pt x="2524214" y="330335"/>
                </a:lnTo>
                <a:lnTo>
                  <a:pt x="2415001" y="439548"/>
                </a:lnTo>
              </a:path>
            </a:pathLst>
          </a:custGeom>
          <a:noFill/>
          <a:ln w="13744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7072" y="4637369"/>
            <a:ext cx="7349856" cy="49360"/>
          </a:xfrm>
          <a:custGeom>
            <a:avLst/>
            <a:gdLst/>
            <a:ahLst/>
            <a:cxnLst/>
            <a:rect l="0" t="0" r="0" b="0"/>
            <a:pathLst>
              <a:path w="7349856" h="49360">
                <a:moveTo>
                  <a:pt x="356270" y="49283"/>
                </a:moveTo>
                <a:cubicBezTo>
                  <a:pt x="396339" y="49283"/>
                  <a:pt x="436682" y="36567"/>
                  <a:pt x="464275" y="10928"/>
                </a:cubicBezTo>
                <a:cubicBezTo>
                  <a:pt x="468009" y="7460"/>
                  <a:pt x="471469" y="3888"/>
                  <a:pt x="474658" y="0"/>
                </a:cubicBezTo>
                <a:cubicBezTo>
                  <a:pt x="477936" y="3888"/>
                  <a:pt x="481396" y="7460"/>
                  <a:pt x="485039" y="10928"/>
                </a:cubicBezTo>
                <a:cubicBezTo>
                  <a:pt x="512632" y="36463"/>
                  <a:pt x="552975" y="49283"/>
                  <a:pt x="593045" y="49283"/>
                </a:cubicBezTo>
                <a:cubicBezTo>
                  <a:pt x="633114" y="49283"/>
                  <a:pt x="673457" y="36567"/>
                  <a:pt x="701050" y="10928"/>
                </a:cubicBezTo>
                <a:cubicBezTo>
                  <a:pt x="704693" y="7460"/>
                  <a:pt x="708154" y="3888"/>
                  <a:pt x="711342" y="0"/>
                </a:cubicBezTo>
                <a:cubicBezTo>
                  <a:pt x="714620" y="3888"/>
                  <a:pt x="718080" y="7460"/>
                  <a:pt x="721723" y="10928"/>
                </a:cubicBezTo>
                <a:cubicBezTo>
                  <a:pt x="749316" y="36463"/>
                  <a:pt x="789659" y="49283"/>
                  <a:pt x="829728" y="49283"/>
                </a:cubicBezTo>
                <a:cubicBezTo>
                  <a:pt x="869798" y="49283"/>
                  <a:pt x="910141" y="36567"/>
                  <a:pt x="937735" y="10928"/>
                </a:cubicBezTo>
                <a:cubicBezTo>
                  <a:pt x="941377" y="7460"/>
                  <a:pt x="944838" y="3888"/>
                  <a:pt x="948025" y="0"/>
                </a:cubicBezTo>
                <a:cubicBezTo>
                  <a:pt x="951303" y="3888"/>
                  <a:pt x="954764" y="7460"/>
                  <a:pt x="958407" y="10928"/>
                </a:cubicBezTo>
                <a:cubicBezTo>
                  <a:pt x="986000" y="36463"/>
                  <a:pt x="1026343" y="49283"/>
                  <a:pt x="1066412" y="49283"/>
                </a:cubicBezTo>
                <a:cubicBezTo>
                  <a:pt x="1106482" y="49283"/>
                  <a:pt x="1146825" y="36567"/>
                  <a:pt x="1174418" y="10928"/>
                </a:cubicBezTo>
                <a:cubicBezTo>
                  <a:pt x="1178061" y="7460"/>
                  <a:pt x="1181521" y="3888"/>
                  <a:pt x="1184709" y="0"/>
                </a:cubicBezTo>
                <a:cubicBezTo>
                  <a:pt x="1187987" y="3888"/>
                  <a:pt x="1191448" y="7460"/>
                  <a:pt x="1195091" y="10928"/>
                </a:cubicBezTo>
                <a:cubicBezTo>
                  <a:pt x="1222684" y="36463"/>
                  <a:pt x="1263027" y="49283"/>
                  <a:pt x="1303096" y="49283"/>
                </a:cubicBezTo>
                <a:cubicBezTo>
                  <a:pt x="1343166" y="49283"/>
                  <a:pt x="1383508" y="36567"/>
                  <a:pt x="1411102" y="10928"/>
                </a:cubicBezTo>
                <a:cubicBezTo>
                  <a:pt x="1414745" y="7460"/>
                  <a:pt x="1418206" y="3888"/>
                  <a:pt x="1421393" y="0"/>
                </a:cubicBezTo>
                <a:cubicBezTo>
                  <a:pt x="1424671" y="3888"/>
                  <a:pt x="1428132" y="7460"/>
                  <a:pt x="1431774" y="10928"/>
                </a:cubicBezTo>
                <a:cubicBezTo>
                  <a:pt x="1459368" y="36463"/>
                  <a:pt x="1499711" y="49283"/>
                  <a:pt x="1539780" y="49283"/>
                </a:cubicBezTo>
                <a:cubicBezTo>
                  <a:pt x="1579850" y="49283"/>
                  <a:pt x="1620192" y="36567"/>
                  <a:pt x="1647786" y="10928"/>
                </a:cubicBezTo>
                <a:cubicBezTo>
                  <a:pt x="1651520" y="7460"/>
                  <a:pt x="1654981" y="3888"/>
                  <a:pt x="1658168" y="0"/>
                </a:cubicBezTo>
                <a:cubicBezTo>
                  <a:pt x="1661355" y="3888"/>
                  <a:pt x="1664816" y="7460"/>
                  <a:pt x="1668458" y="10928"/>
                </a:cubicBezTo>
                <a:cubicBezTo>
                  <a:pt x="1696052" y="36463"/>
                  <a:pt x="1736304" y="49283"/>
                  <a:pt x="1776464" y="49283"/>
                </a:cubicBezTo>
                <a:cubicBezTo>
                  <a:pt x="1816624" y="49283"/>
                  <a:pt x="1856877" y="36567"/>
                  <a:pt x="1884471" y="10928"/>
                </a:cubicBezTo>
                <a:cubicBezTo>
                  <a:pt x="1888204" y="7460"/>
                  <a:pt x="1891664" y="3888"/>
                  <a:pt x="1894852" y="0"/>
                </a:cubicBezTo>
                <a:cubicBezTo>
                  <a:pt x="1898039" y="3888"/>
                  <a:pt x="1901499" y="7460"/>
                  <a:pt x="1905142" y="10928"/>
                </a:cubicBezTo>
                <a:cubicBezTo>
                  <a:pt x="1932736" y="36463"/>
                  <a:pt x="1973078" y="49283"/>
                  <a:pt x="2013148" y="49283"/>
                </a:cubicBezTo>
                <a:cubicBezTo>
                  <a:pt x="2053218" y="49283"/>
                  <a:pt x="2093561" y="36567"/>
                  <a:pt x="2121154" y="10928"/>
                </a:cubicBezTo>
                <a:cubicBezTo>
                  <a:pt x="2124888" y="7460"/>
                  <a:pt x="2128348" y="3888"/>
                  <a:pt x="2131536" y="0"/>
                </a:cubicBezTo>
                <a:cubicBezTo>
                  <a:pt x="2134815" y="3888"/>
                  <a:pt x="2138275" y="7460"/>
                  <a:pt x="2141918" y="10928"/>
                </a:cubicBezTo>
                <a:cubicBezTo>
                  <a:pt x="2169511" y="36463"/>
                  <a:pt x="2210964" y="49360"/>
                  <a:pt x="2251125" y="49360"/>
                </a:cubicBezTo>
                <a:cubicBezTo>
                  <a:pt x="2291195" y="49360"/>
                  <a:pt x="2335057" y="36567"/>
                  <a:pt x="2362650" y="10928"/>
                </a:cubicBezTo>
                <a:cubicBezTo>
                  <a:pt x="2366384" y="7460"/>
                  <a:pt x="2369844" y="3888"/>
                  <a:pt x="2373032" y="0"/>
                </a:cubicBezTo>
                <a:cubicBezTo>
                  <a:pt x="2376310" y="3888"/>
                  <a:pt x="2379771" y="7460"/>
                  <a:pt x="2383413" y="10928"/>
                </a:cubicBezTo>
                <a:cubicBezTo>
                  <a:pt x="2411006" y="36463"/>
                  <a:pt x="2451350" y="49283"/>
                  <a:pt x="2491420" y="49283"/>
                </a:cubicBezTo>
                <a:cubicBezTo>
                  <a:pt x="2531489" y="49283"/>
                  <a:pt x="2571831" y="36567"/>
                  <a:pt x="2599425" y="10928"/>
                </a:cubicBezTo>
                <a:cubicBezTo>
                  <a:pt x="2603159" y="7460"/>
                  <a:pt x="2606619" y="3888"/>
                  <a:pt x="2609806" y="0"/>
                </a:cubicBezTo>
                <a:cubicBezTo>
                  <a:pt x="2613085" y="3888"/>
                  <a:pt x="2616546" y="7460"/>
                  <a:pt x="2620188" y="10928"/>
                </a:cubicBezTo>
                <a:cubicBezTo>
                  <a:pt x="2647782" y="36463"/>
                  <a:pt x="2688125" y="49283"/>
                  <a:pt x="2728194" y="49283"/>
                </a:cubicBezTo>
                <a:cubicBezTo>
                  <a:pt x="2768264" y="49283"/>
                  <a:pt x="2808606" y="36567"/>
                  <a:pt x="2836200" y="10928"/>
                </a:cubicBezTo>
                <a:cubicBezTo>
                  <a:pt x="2839843" y="7460"/>
                  <a:pt x="2843303" y="3888"/>
                  <a:pt x="2846490" y="0"/>
                </a:cubicBezTo>
                <a:cubicBezTo>
                  <a:pt x="2849769" y="3888"/>
                  <a:pt x="2853229" y="7460"/>
                  <a:pt x="2856873" y="10928"/>
                </a:cubicBezTo>
                <a:cubicBezTo>
                  <a:pt x="2884466" y="36463"/>
                  <a:pt x="2924808" y="49283"/>
                  <a:pt x="2964878" y="49283"/>
                </a:cubicBezTo>
                <a:cubicBezTo>
                  <a:pt x="3004948" y="49283"/>
                  <a:pt x="3045291" y="36567"/>
                  <a:pt x="3072884" y="10928"/>
                </a:cubicBezTo>
                <a:cubicBezTo>
                  <a:pt x="3076527" y="7460"/>
                  <a:pt x="3079988" y="3888"/>
                  <a:pt x="3083175" y="0"/>
                </a:cubicBezTo>
                <a:cubicBezTo>
                  <a:pt x="3086453" y="3888"/>
                  <a:pt x="3089914" y="7460"/>
                  <a:pt x="3093556" y="10928"/>
                </a:cubicBezTo>
                <a:cubicBezTo>
                  <a:pt x="3121150" y="36463"/>
                  <a:pt x="3161492" y="49283"/>
                  <a:pt x="3201562" y="49283"/>
                </a:cubicBezTo>
                <a:cubicBezTo>
                  <a:pt x="3241632" y="49283"/>
                  <a:pt x="3281975" y="36567"/>
                  <a:pt x="3309568" y="10928"/>
                </a:cubicBezTo>
                <a:cubicBezTo>
                  <a:pt x="3313211" y="7460"/>
                  <a:pt x="3316671" y="3888"/>
                  <a:pt x="3319859" y="0"/>
                </a:cubicBezTo>
                <a:cubicBezTo>
                  <a:pt x="3323137" y="3888"/>
                  <a:pt x="3326598" y="7460"/>
                  <a:pt x="3330240" y="10928"/>
                </a:cubicBezTo>
                <a:cubicBezTo>
                  <a:pt x="3357833" y="36463"/>
                  <a:pt x="3398176" y="49283"/>
                  <a:pt x="3438247" y="49283"/>
                </a:cubicBezTo>
                <a:cubicBezTo>
                  <a:pt x="3478316" y="49283"/>
                  <a:pt x="3518658" y="36567"/>
                  <a:pt x="3546252" y="10928"/>
                </a:cubicBezTo>
                <a:cubicBezTo>
                  <a:pt x="3549894" y="7460"/>
                  <a:pt x="3553356" y="3888"/>
                  <a:pt x="3556543" y="0"/>
                </a:cubicBezTo>
                <a:cubicBezTo>
                  <a:pt x="3559821" y="3888"/>
                  <a:pt x="3563281" y="7460"/>
                  <a:pt x="3566924" y="10928"/>
                </a:cubicBezTo>
                <a:cubicBezTo>
                  <a:pt x="3594517" y="36463"/>
                  <a:pt x="3634860" y="49283"/>
                  <a:pt x="3674930" y="49283"/>
                </a:cubicBezTo>
                <a:cubicBezTo>
                  <a:pt x="3714999" y="49283"/>
                  <a:pt x="3755342" y="36567"/>
                  <a:pt x="3782935" y="10928"/>
                </a:cubicBezTo>
                <a:cubicBezTo>
                  <a:pt x="3786670" y="7460"/>
                  <a:pt x="3790130" y="3888"/>
                  <a:pt x="3793318" y="0"/>
                </a:cubicBezTo>
                <a:cubicBezTo>
                  <a:pt x="3796505" y="3888"/>
                  <a:pt x="3799965" y="7460"/>
                  <a:pt x="3803608" y="10928"/>
                </a:cubicBezTo>
                <a:cubicBezTo>
                  <a:pt x="3831202" y="36463"/>
                  <a:pt x="3871453" y="49283"/>
                  <a:pt x="3911614" y="49283"/>
                </a:cubicBezTo>
                <a:cubicBezTo>
                  <a:pt x="3951775" y="49283"/>
                  <a:pt x="3992027" y="36567"/>
                  <a:pt x="4019620" y="10928"/>
                </a:cubicBezTo>
                <a:cubicBezTo>
                  <a:pt x="4023354" y="7460"/>
                  <a:pt x="4026814" y="3888"/>
                  <a:pt x="4030001" y="0"/>
                </a:cubicBezTo>
                <a:cubicBezTo>
                  <a:pt x="4033189" y="3888"/>
                  <a:pt x="4036649" y="7460"/>
                  <a:pt x="4040292" y="10928"/>
                </a:cubicBezTo>
                <a:cubicBezTo>
                  <a:pt x="4067886" y="36463"/>
                  <a:pt x="4108228" y="49283"/>
                  <a:pt x="4148298" y="49283"/>
                </a:cubicBezTo>
                <a:cubicBezTo>
                  <a:pt x="4188367" y="49283"/>
                  <a:pt x="4228711" y="36567"/>
                  <a:pt x="4256304" y="10928"/>
                </a:cubicBezTo>
                <a:cubicBezTo>
                  <a:pt x="4260037" y="7460"/>
                  <a:pt x="4263498" y="3888"/>
                  <a:pt x="4266685" y="0"/>
                </a:cubicBezTo>
                <a:cubicBezTo>
                  <a:pt x="4269964" y="3888"/>
                  <a:pt x="4273424" y="7460"/>
                  <a:pt x="4277067" y="10928"/>
                </a:cubicBezTo>
                <a:cubicBezTo>
                  <a:pt x="4304660" y="36463"/>
                  <a:pt x="4346111" y="49360"/>
                  <a:pt x="4386271" y="49360"/>
                </a:cubicBezTo>
                <a:cubicBezTo>
                  <a:pt x="4426340" y="49360"/>
                  <a:pt x="4470201" y="36567"/>
                  <a:pt x="4497795" y="10928"/>
                </a:cubicBezTo>
                <a:cubicBezTo>
                  <a:pt x="4501529" y="7460"/>
                  <a:pt x="4504988" y="3888"/>
                  <a:pt x="4508177" y="0"/>
                </a:cubicBezTo>
                <a:cubicBezTo>
                  <a:pt x="4511455" y="3888"/>
                  <a:pt x="4514915" y="7460"/>
                  <a:pt x="4518558" y="10928"/>
                </a:cubicBezTo>
                <a:cubicBezTo>
                  <a:pt x="4546151" y="36463"/>
                  <a:pt x="4586494" y="49283"/>
                  <a:pt x="4626564" y="49283"/>
                </a:cubicBezTo>
                <a:cubicBezTo>
                  <a:pt x="4666633" y="49283"/>
                  <a:pt x="4706976" y="36567"/>
                  <a:pt x="4734570" y="10928"/>
                </a:cubicBezTo>
                <a:cubicBezTo>
                  <a:pt x="4738302" y="7460"/>
                  <a:pt x="4741764" y="3888"/>
                  <a:pt x="4744951" y="0"/>
                </a:cubicBezTo>
                <a:cubicBezTo>
                  <a:pt x="4748230" y="3888"/>
                  <a:pt x="4751691" y="7460"/>
                  <a:pt x="4755333" y="10928"/>
                </a:cubicBezTo>
                <a:cubicBezTo>
                  <a:pt x="4782927" y="36463"/>
                  <a:pt x="4823269" y="49283"/>
                  <a:pt x="4863339" y="49283"/>
                </a:cubicBezTo>
                <a:cubicBezTo>
                  <a:pt x="4903408" y="49283"/>
                  <a:pt x="4943752" y="36567"/>
                  <a:pt x="4971345" y="10928"/>
                </a:cubicBezTo>
                <a:cubicBezTo>
                  <a:pt x="4974988" y="7460"/>
                  <a:pt x="4978448" y="3888"/>
                  <a:pt x="4981636" y="0"/>
                </a:cubicBezTo>
                <a:cubicBezTo>
                  <a:pt x="4984914" y="3888"/>
                  <a:pt x="4988374" y="7460"/>
                  <a:pt x="4992016" y="10928"/>
                </a:cubicBezTo>
                <a:cubicBezTo>
                  <a:pt x="5019610" y="36463"/>
                  <a:pt x="5059953" y="49283"/>
                  <a:pt x="5100023" y="49283"/>
                </a:cubicBezTo>
                <a:cubicBezTo>
                  <a:pt x="5140093" y="49283"/>
                  <a:pt x="5180435" y="36567"/>
                  <a:pt x="5208029" y="10928"/>
                </a:cubicBezTo>
                <a:cubicBezTo>
                  <a:pt x="5211671" y="7460"/>
                  <a:pt x="5215132" y="3888"/>
                  <a:pt x="5218319" y="0"/>
                </a:cubicBezTo>
                <a:cubicBezTo>
                  <a:pt x="5221598" y="3888"/>
                  <a:pt x="5225057" y="7460"/>
                  <a:pt x="5228702" y="10928"/>
                </a:cubicBezTo>
                <a:cubicBezTo>
                  <a:pt x="5256295" y="36463"/>
                  <a:pt x="5296637" y="49283"/>
                  <a:pt x="5336707" y="49283"/>
                </a:cubicBezTo>
                <a:cubicBezTo>
                  <a:pt x="5376777" y="49283"/>
                  <a:pt x="5417119" y="36567"/>
                  <a:pt x="5444713" y="10928"/>
                </a:cubicBezTo>
                <a:cubicBezTo>
                  <a:pt x="5448355" y="7460"/>
                  <a:pt x="5451816" y="3888"/>
                  <a:pt x="5455003" y="0"/>
                </a:cubicBezTo>
                <a:cubicBezTo>
                  <a:pt x="5458281" y="3888"/>
                  <a:pt x="5461742" y="7460"/>
                  <a:pt x="5465384" y="10928"/>
                </a:cubicBezTo>
                <a:cubicBezTo>
                  <a:pt x="5492978" y="36463"/>
                  <a:pt x="5533322" y="49283"/>
                  <a:pt x="5573391" y="49283"/>
                </a:cubicBezTo>
                <a:cubicBezTo>
                  <a:pt x="5613460" y="49283"/>
                  <a:pt x="5653803" y="36567"/>
                  <a:pt x="5681397" y="10928"/>
                </a:cubicBezTo>
                <a:cubicBezTo>
                  <a:pt x="5685039" y="7460"/>
                  <a:pt x="5688501" y="3888"/>
                  <a:pt x="5691687" y="0"/>
                </a:cubicBezTo>
                <a:cubicBezTo>
                  <a:pt x="5694966" y="3888"/>
                  <a:pt x="5698426" y="7460"/>
                  <a:pt x="5702069" y="10928"/>
                </a:cubicBezTo>
                <a:cubicBezTo>
                  <a:pt x="5729661" y="36463"/>
                  <a:pt x="5770005" y="49283"/>
                  <a:pt x="5810075" y="49283"/>
                </a:cubicBezTo>
                <a:cubicBezTo>
                  <a:pt x="5850144" y="49283"/>
                  <a:pt x="5890487" y="36567"/>
                  <a:pt x="5918080" y="10928"/>
                </a:cubicBezTo>
                <a:cubicBezTo>
                  <a:pt x="5921814" y="7460"/>
                  <a:pt x="5925275" y="3888"/>
                  <a:pt x="5928463" y="0"/>
                </a:cubicBezTo>
                <a:cubicBezTo>
                  <a:pt x="5931648" y="3888"/>
                  <a:pt x="5935110" y="7460"/>
                  <a:pt x="5938753" y="10928"/>
                </a:cubicBezTo>
                <a:cubicBezTo>
                  <a:pt x="5966346" y="36463"/>
                  <a:pt x="6006597" y="49283"/>
                  <a:pt x="6046759" y="49283"/>
                </a:cubicBezTo>
                <a:cubicBezTo>
                  <a:pt x="6086919" y="49283"/>
                  <a:pt x="6127171" y="36567"/>
                  <a:pt x="6154765" y="10928"/>
                </a:cubicBezTo>
                <a:cubicBezTo>
                  <a:pt x="6158498" y="7460"/>
                  <a:pt x="6161959" y="3888"/>
                  <a:pt x="6165146" y="0"/>
                </a:cubicBezTo>
                <a:cubicBezTo>
                  <a:pt x="6168334" y="3888"/>
                  <a:pt x="6171794" y="7460"/>
                  <a:pt x="6175437" y="10928"/>
                </a:cubicBezTo>
                <a:cubicBezTo>
                  <a:pt x="6203030" y="36463"/>
                  <a:pt x="6243374" y="49283"/>
                  <a:pt x="6283444" y="49283"/>
                </a:cubicBezTo>
                <a:cubicBezTo>
                  <a:pt x="6323513" y="49283"/>
                  <a:pt x="6363855" y="36567"/>
                  <a:pt x="6391448" y="10928"/>
                </a:cubicBezTo>
                <a:cubicBezTo>
                  <a:pt x="6395183" y="7460"/>
                  <a:pt x="6398643" y="3888"/>
                  <a:pt x="6401830" y="0"/>
                </a:cubicBezTo>
                <a:cubicBezTo>
                  <a:pt x="6405109" y="3888"/>
                  <a:pt x="6408569" y="7460"/>
                  <a:pt x="6412212" y="10928"/>
                </a:cubicBezTo>
                <a:cubicBezTo>
                  <a:pt x="6439805" y="36463"/>
                  <a:pt x="6481256" y="49283"/>
                  <a:pt x="6521417" y="49283"/>
                </a:cubicBezTo>
                <a:moveTo>
                  <a:pt x="356270" y="49283"/>
                </a:moveTo>
                <a:cubicBezTo>
                  <a:pt x="316109" y="49283"/>
                  <a:pt x="274659" y="36463"/>
                  <a:pt x="247066" y="10928"/>
                </a:cubicBezTo>
                <a:cubicBezTo>
                  <a:pt x="243423" y="7460"/>
                  <a:pt x="239962" y="3888"/>
                  <a:pt x="236683" y="0"/>
                </a:cubicBezTo>
                <a:cubicBezTo>
                  <a:pt x="233496" y="3888"/>
                  <a:pt x="230036" y="7460"/>
                  <a:pt x="226302" y="10928"/>
                </a:cubicBezTo>
                <a:cubicBezTo>
                  <a:pt x="198709" y="36567"/>
                  <a:pt x="158366" y="49283"/>
                  <a:pt x="118297" y="49283"/>
                </a:cubicBezTo>
                <a:cubicBezTo>
                  <a:pt x="78226" y="49283"/>
                  <a:pt x="37883" y="36463"/>
                  <a:pt x="10290" y="10928"/>
                </a:cubicBezTo>
                <a:cubicBezTo>
                  <a:pt x="6647" y="7460"/>
                  <a:pt x="3187" y="3888"/>
                  <a:pt x="0" y="0"/>
                </a:cubicBezTo>
                <a:moveTo>
                  <a:pt x="356270" y="49283"/>
                </a:moveTo>
                <a:lnTo>
                  <a:pt x="356269" y="49360"/>
                </a:lnTo>
                <a:moveTo>
                  <a:pt x="7349856" y="0"/>
                </a:moveTo>
                <a:cubicBezTo>
                  <a:pt x="7346668" y="3888"/>
                  <a:pt x="7343208" y="7460"/>
                  <a:pt x="7339565" y="10928"/>
                </a:cubicBezTo>
                <a:cubicBezTo>
                  <a:pt x="7311971" y="36567"/>
                  <a:pt x="7271629" y="49283"/>
                  <a:pt x="7231559" y="49283"/>
                </a:cubicBezTo>
                <a:cubicBezTo>
                  <a:pt x="7191490" y="49283"/>
                  <a:pt x="7151147" y="36463"/>
                  <a:pt x="7123554" y="10928"/>
                </a:cubicBezTo>
                <a:cubicBezTo>
                  <a:pt x="7119911" y="7460"/>
                  <a:pt x="7116451" y="3888"/>
                  <a:pt x="7113172" y="0"/>
                </a:cubicBezTo>
                <a:cubicBezTo>
                  <a:pt x="7109985" y="3888"/>
                  <a:pt x="7106524" y="7460"/>
                  <a:pt x="7102882" y="10928"/>
                </a:cubicBezTo>
                <a:cubicBezTo>
                  <a:pt x="7075289" y="36567"/>
                  <a:pt x="7034945" y="49283"/>
                  <a:pt x="6994875" y="49283"/>
                </a:cubicBezTo>
                <a:cubicBezTo>
                  <a:pt x="6954806" y="49283"/>
                  <a:pt x="6914463" y="36463"/>
                  <a:pt x="6886870" y="10928"/>
                </a:cubicBezTo>
                <a:cubicBezTo>
                  <a:pt x="6883227" y="7460"/>
                  <a:pt x="6879766" y="3888"/>
                  <a:pt x="6876488" y="0"/>
                </a:cubicBezTo>
                <a:cubicBezTo>
                  <a:pt x="6873301" y="3888"/>
                  <a:pt x="6869840" y="7460"/>
                  <a:pt x="6866197" y="10928"/>
                </a:cubicBezTo>
                <a:cubicBezTo>
                  <a:pt x="6838604" y="36567"/>
                  <a:pt x="6798261" y="49283"/>
                  <a:pt x="6758191" y="49283"/>
                </a:cubicBezTo>
                <a:cubicBezTo>
                  <a:pt x="6718122" y="49283"/>
                  <a:pt x="6677779" y="36463"/>
                  <a:pt x="6650186" y="10928"/>
                </a:cubicBezTo>
                <a:cubicBezTo>
                  <a:pt x="6646543" y="7460"/>
                  <a:pt x="6643083" y="3888"/>
                  <a:pt x="6639804" y="0"/>
                </a:cubicBezTo>
                <a:cubicBezTo>
                  <a:pt x="6636616" y="3888"/>
                  <a:pt x="6633156" y="7460"/>
                  <a:pt x="6629423" y="10928"/>
                </a:cubicBezTo>
                <a:cubicBezTo>
                  <a:pt x="6601829" y="36567"/>
                  <a:pt x="6561486" y="49283"/>
                  <a:pt x="6521417" y="49283"/>
                </a:cubicBezTo>
                <a:moveTo>
                  <a:pt x="6521417" y="49283"/>
                </a:moveTo>
                <a:lnTo>
                  <a:pt x="6521416" y="49360"/>
                </a:lnTo>
              </a:path>
            </a:pathLst>
          </a:custGeom>
          <a:noFill/>
          <a:ln w="137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9569" y="456764"/>
            <a:ext cx="516302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 600"/>
              </a:rPr>
              <a:t>Ensuring Secure User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5390" y="1957117"/>
            <a:ext cx="302418" cy="409355"/>
          </a:xfrm>
          <a:custGeom>
            <a:avLst/>
            <a:gdLst/>
            <a:ahLst/>
            <a:cxnLst/>
            <a:rect l="0" t="0" r="0" b="0"/>
            <a:pathLst>
              <a:path w="302418" h="409355">
                <a:moveTo>
                  <a:pt x="27492" y="161921"/>
                </a:moveTo>
                <a:lnTo>
                  <a:pt x="274926" y="161921"/>
                </a:lnTo>
                <a:cubicBezTo>
                  <a:pt x="274926" y="161921"/>
                  <a:pt x="302418" y="161921"/>
                  <a:pt x="302418" y="189414"/>
                </a:cubicBezTo>
                <a:lnTo>
                  <a:pt x="302418" y="381862"/>
                </a:lnTo>
                <a:cubicBezTo>
                  <a:pt x="302418" y="381862"/>
                  <a:pt x="302418" y="409355"/>
                  <a:pt x="274926" y="409355"/>
                </a:cubicBezTo>
                <a:lnTo>
                  <a:pt x="27492" y="409355"/>
                </a:lnTo>
                <a:cubicBezTo>
                  <a:pt x="27492" y="409355"/>
                  <a:pt x="0" y="409355"/>
                  <a:pt x="0" y="381862"/>
                </a:cubicBezTo>
                <a:lnTo>
                  <a:pt x="0" y="189414"/>
                </a:lnTo>
                <a:cubicBezTo>
                  <a:pt x="0" y="189414"/>
                  <a:pt x="0" y="161921"/>
                  <a:pt x="27492" y="161921"/>
                </a:cubicBezTo>
                <a:moveTo>
                  <a:pt x="103097" y="265074"/>
                </a:moveTo>
                <a:cubicBezTo>
                  <a:pt x="103097" y="291645"/>
                  <a:pt x="124637" y="313186"/>
                  <a:pt x="151209" y="313186"/>
                </a:cubicBezTo>
                <a:cubicBezTo>
                  <a:pt x="177780" y="313186"/>
                  <a:pt x="199321" y="291645"/>
                  <a:pt x="199321" y="265074"/>
                </a:cubicBezTo>
                <a:cubicBezTo>
                  <a:pt x="199321" y="238502"/>
                  <a:pt x="177780" y="216962"/>
                  <a:pt x="151209" y="216962"/>
                </a:cubicBezTo>
                <a:cubicBezTo>
                  <a:pt x="124637" y="216962"/>
                  <a:pt x="103097" y="238502"/>
                  <a:pt x="103097" y="265074"/>
                </a:cubicBezTo>
                <a:moveTo>
                  <a:pt x="68731" y="409300"/>
                </a:moveTo>
                <a:lnTo>
                  <a:pt x="233687" y="409300"/>
                </a:lnTo>
                <a:cubicBezTo>
                  <a:pt x="233687" y="363749"/>
                  <a:pt x="196760" y="326822"/>
                  <a:pt x="151209" y="326822"/>
                </a:cubicBezTo>
                <a:cubicBezTo>
                  <a:pt x="105658" y="326822"/>
                  <a:pt x="68731" y="363749"/>
                  <a:pt x="68731" y="409300"/>
                </a:cubicBezTo>
                <a:close/>
                <a:moveTo>
                  <a:pt x="247580" y="161866"/>
                </a:moveTo>
                <a:lnTo>
                  <a:pt x="247580" y="95059"/>
                </a:lnTo>
                <a:cubicBezTo>
                  <a:pt x="246853" y="42349"/>
                  <a:pt x="203916" y="0"/>
                  <a:pt x="151200" y="0"/>
                </a:cubicBezTo>
                <a:cubicBezTo>
                  <a:pt x="98484" y="0"/>
                  <a:pt x="55547" y="42349"/>
                  <a:pt x="54820" y="95059"/>
                </a:cubicBezTo>
                <a:lnTo>
                  <a:pt x="54820" y="161866"/>
                </a:lnTo>
              </a:path>
            </a:pathLst>
          </a:custGeom>
          <a:noFill/>
          <a:ln w="137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5324" y="2053070"/>
            <a:ext cx="1282065" cy="21994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Funnel Display Regular"/>
              </a:rPr>
              <a:t>Authentication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49489" y="2998741"/>
            <a:ext cx="412388" cy="414221"/>
          </a:xfrm>
          <a:custGeom>
            <a:avLst/>
            <a:gdLst/>
            <a:ahLst/>
            <a:cxnLst/>
            <a:rect l="0" t="0" r="0" b="0"/>
            <a:pathLst>
              <a:path w="412388" h="414221">
                <a:moveTo>
                  <a:pt x="395966" y="236436"/>
                </a:moveTo>
                <a:cubicBezTo>
                  <a:pt x="405090" y="234603"/>
                  <a:pt x="412388" y="227272"/>
                  <a:pt x="412388" y="218107"/>
                </a:cubicBezTo>
                <a:lnTo>
                  <a:pt x="412388" y="196113"/>
                </a:lnTo>
                <a:cubicBezTo>
                  <a:pt x="412388" y="186949"/>
                  <a:pt x="405090" y="179618"/>
                  <a:pt x="395966" y="177785"/>
                </a:cubicBezTo>
                <a:lnTo>
                  <a:pt x="370420" y="174119"/>
                </a:lnTo>
                <a:cubicBezTo>
                  <a:pt x="363122" y="172286"/>
                  <a:pt x="357647" y="168621"/>
                  <a:pt x="355822" y="161290"/>
                </a:cubicBezTo>
                <a:lnTo>
                  <a:pt x="344874" y="133797"/>
                </a:lnTo>
                <a:cubicBezTo>
                  <a:pt x="341225" y="128299"/>
                  <a:pt x="343048" y="119134"/>
                  <a:pt x="346698" y="113636"/>
                </a:cubicBezTo>
                <a:lnTo>
                  <a:pt x="363120" y="91642"/>
                </a:lnTo>
                <a:cubicBezTo>
                  <a:pt x="368595" y="84310"/>
                  <a:pt x="368595" y="73313"/>
                  <a:pt x="361296" y="67815"/>
                </a:cubicBezTo>
                <a:lnTo>
                  <a:pt x="344874" y="51319"/>
                </a:lnTo>
                <a:cubicBezTo>
                  <a:pt x="337574" y="43988"/>
                  <a:pt x="328452" y="43988"/>
                  <a:pt x="321151" y="49486"/>
                </a:cubicBezTo>
                <a:lnTo>
                  <a:pt x="299255" y="65982"/>
                </a:lnTo>
                <a:cubicBezTo>
                  <a:pt x="293782" y="69648"/>
                  <a:pt x="286483" y="71481"/>
                  <a:pt x="279183" y="67815"/>
                </a:cubicBezTo>
                <a:cubicBezTo>
                  <a:pt x="270059" y="64149"/>
                  <a:pt x="260937" y="60483"/>
                  <a:pt x="251813" y="56818"/>
                </a:cubicBezTo>
                <a:cubicBezTo>
                  <a:pt x="244513" y="54985"/>
                  <a:pt x="240864" y="49487"/>
                  <a:pt x="239040" y="42155"/>
                </a:cubicBezTo>
                <a:lnTo>
                  <a:pt x="235389" y="16495"/>
                </a:lnTo>
                <a:cubicBezTo>
                  <a:pt x="233566" y="7331"/>
                  <a:pt x="226265" y="0"/>
                  <a:pt x="217141" y="0"/>
                </a:cubicBezTo>
                <a:lnTo>
                  <a:pt x="195246" y="0"/>
                </a:lnTo>
                <a:cubicBezTo>
                  <a:pt x="186122" y="0"/>
                  <a:pt x="178824" y="7331"/>
                  <a:pt x="176999" y="16495"/>
                </a:cubicBezTo>
                <a:lnTo>
                  <a:pt x="173349" y="42155"/>
                </a:lnTo>
                <a:cubicBezTo>
                  <a:pt x="171524" y="49487"/>
                  <a:pt x="167875" y="54985"/>
                  <a:pt x="160576" y="56818"/>
                </a:cubicBezTo>
                <a:cubicBezTo>
                  <a:pt x="151452" y="60483"/>
                  <a:pt x="142329" y="64149"/>
                  <a:pt x="133205" y="67815"/>
                </a:cubicBezTo>
                <a:cubicBezTo>
                  <a:pt x="127731" y="71481"/>
                  <a:pt x="118607" y="69648"/>
                  <a:pt x="113133" y="65982"/>
                </a:cubicBezTo>
                <a:lnTo>
                  <a:pt x="91236" y="49486"/>
                </a:lnTo>
                <a:cubicBezTo>
                  <a:pt x="83937" y="43988"/>
                  <a:pt x="72989" y="43988"/>
                  <a:pt x="67515" y="51319"/>
                </a:cubicBezTo>
                <a:lnTo>
                  <a:pt x="51092" y="67815"/>
                </a:lnTo>
                <a:cubicBezTo>
                  <a:pt x="43793" y="75146"/>
                  <a:pt x="43793" y="84310"/>
                  <a:pt x="49268" y="91642"/>
                </a:cubicBezTo>
                <a:lnTo>
                  <a:pt x="65690" y="113636"/>
                </a:lnTo>
                <a:cubicBezTo>
                  <a:pt x="69339" y="119134"/>
                  <a:pt x="71164" y="126466"/>
                  <a:pt x="67515" y="133797"/>
                </a:cubicBezTo>
                <a:cubicBezTo>
                  <a:pt x="63865" y="142962"/>
                  <a:pt x="60216" y="152126"/>
                  <a:pt x="56566" y="161290"/>
                </a:cubicBezTo>
                <a:cubicBezTo>
                  <a:pt x="54741" y="168621"/>
                  <a:pt x="49268" y="172286"/>
                  <a:pt x="41969" y="174119"/>
                </a:cubicBezTo>
                <a:lnTo>
                  <a:pt x="16422" y="177785"/>
                </a:lnTo>
                <a:cubicBezTo>
                  <a:pt x="7298" y="179618"/>
                  <a:pt x="0" y="186949"/>
                  <a:pt x="0" y="196113"/>
                </a:cubicBezTo>
                <a:lnTo>
                  <a:pt x="0" y="218107"/>
                </a:lnTo>
                <a:cubicBezTo>
                  <a:pt x="0" y="227272"/>
                  <a:pt x="7298" y="234603"/>
                  <a:pt x="16422" y="236436"/>
                </a:cubicBezTo>
                <a:lnTo>
                  <a:pt x="41969" y="240102"/>
                </a:lnTo>
                <a:cubicBezTo>
                  <a:pt x="49268" y="241934"/>
                  <a:pt x="54741" y="245600"/>
                  <a:pt x="56566" y="252931"/>
                </a:cubicBezTo>
                <a:cubicBezTo>
                  <a:pt x="60216" y="262096"/>
                  <a:pt x="63865" y="271260"/>
                  <a:pt x="67515" y="280424"/>
                </a:cubicBezTo>
                <a:cubicBezTo>
                  <a:pt x="71164" y="285923"/>
                  <a:pt x="69339" y="295087"/>
                  <a:pt x="65690" y="300585"/>
                </a:cubicBezTo>
                <a:lnTo>
                  <a:pt x="49268" y="322579"/>
                </a:lnTo>
                <a:cubicBezTo>
                  <a:pt x="43793" y="329911"/>
                  <a:pt x="43793" y="340908"/>
                  <a:pt x="51092" y="346406"/>
                </a:cubicBezTo>
                <a:lnTo>
                  <a:pt x="67515" y="362902"/>
                </a:lnTo>
                <a:cubicBezTo>
                  <a:pt x="74814" y="370233"/>
                  <a:pt x="83937" y="370233"/>
                  <a:pt x="91236" y="364735"/>
                </a:cubicBezTo>
                <a:lnTo>
                  <a:pt x="113133" y="348239"/>
                </a:lnTo>
                <a:cubicBezTo>
                  <a:pt x="118607" y="344573"/>
                  <a:pt x="125906" y="342741"/>
                  <a:pt x="133205" y="346406"/>
                </a:cubicBezTo>
                <a:cubicBezTo>
                  <a:pt x="142329" y="350072"/>
                  <a:pt x="151452" y="353738"/>
                  <a:pt x="160576" y="357403"/>
                </a:cubicBezTo>
                <a:cubicBezTo>
                  <a:pt x="167875" y="359236"/>
                  <a:pt x="171524" y="364735"/>
                  <a:pt x="173349" y="372066"/>
                </a:cubicBezTo>
                <a:lnTo>
                  <a:pt x="176999" y="397726"/>
                </a:lnTo>
                <a:cubicBezTo>
                  <a:pt x="178824" y="406890"/>
                  <a:pt x="186122" y="414221"/>
                  <a:pt x="195246" y="414221"/>
                </a:cubicBezTo>
                <a:lnTo>
                  <a:pt x="217141" y="414221"/>
                </a:lnTo>
                <a:cubicBezTo>
                  <a:pt x="226265" y="414221"/>
                  <a:pt x="233566" y="406890"/>
                  <a:pt x="235389" y="397726"/>
                </a:cubicBezTo>
                <a:lnTo>
                  <a:pt x="239040" y="372066"/>
                </a:lnTo>
                <a:cubicBezTo>
                  <a:pt x="240864" y="364735"/>
                  <a:pt x="244513" y="359236"/>
                  <a:pt x="251813" y="357403"/>
                </a:cubicBezTo>
                <a:cubicBezTo>
                  <a:pt x="260937" y="353738"/>
                  <a:pt x="270059" y="350072"/>
                  <a:pt x="279183" y="346406"/>
                </a:cubicBezTo>
                <a:cubicBezTo>
                  <a:pt x="284658" y="342741"/>
                  <a:pt x="293782" y="344573"/>
                  <a:pt x="299255" y="348239"/>
                </a:cubicBezTo>
                <a:lnTo>
                  <a:pt x="321151" y="364735"/>
                </a:lnTo>
                <a:cubicBezTo>
                  <a:pt x="328452" y="370233"/>
                  <a:pt x="339399" y="370233"/>
                  <a:pt x="344874" y="362902"/>
                </a:cubicBezTo>
                <a:lnTo>
                  <a:pt x="361296" y="346406"/>
                </a:lnTo>
                <a:cubicBezTo>
                  <a:pt x="368595" y="339075"/>
                  <a:pt x="368595" y="329911"/>
                  <a:pt x="363120" y="322579"/>
                </a:cubicBezTo>
                <a:lnTo>
                  <a:pt x="346698" y="300585"/>
                </a:lnTo>
                <a:cubicBezTo>
                  <a:pt x="343048" y="295087"/>
                  <a:pt x="341225" y="287755"/>
                  <a:pt x="344874" y="280424"/>
                </a:cubicBezTo>
                <a:lnTo>
                  <a:pt x="355822" y="252931"/>
                </a:lnTo>
                <a:cubicBezTo>
                  <a:pt x="357647" y="245600"/>
                  <a:pt x="363122" y="241934"/>
                  <a:pt x="370420" y="240102"/>
                </a:cubicBezTo>
                <a:close/>
                <a:moveTo>
                  <a:pt x="133797" y="146854"/>
                </a:moveTo>
                <a:cubicBezTo>
                  <a:pt x="133797" y="141355"/>
                  <a:pt x="135630" y="137690"/>
                  <a:pt x="139296" y="135857"/>
                </a:cubicBezTo>
                <a:cubicBezTo>
                  <a:pt x="150293" y="132191"/>
                  <a:pt x="174119" y="123027"/>
                  <a:pt x="205277" y="123027"/>
                </a:cubicBezTo>
                <a:cubicBezTo>
                  <a:pt x="236436" y="123027"/>
                  <a:pt x="260263" y="130358"/>
                  <a:pt x="271260" y="135857"/>
                </a:cubicBezTo>
                <a:cubicBezTo>
                  <a:pt x="276758" y="137690"/>
                  <a:pt x="278591" y="143188"/>
                  <a:pt x="278591" y="146854"/>
                </a:cubicBezTo>
                <a:lnTo>
                  <a:pt x="278591" y="203672"/>
                </a:lnTo>
                <a:cubicBezTo>
                  <a:pt x="278591" y="240329"/>
                  <a:pt x="256597" y="273320"/>
                  <a:pt x="221773" y="286150"/>
                </a:cubicBezTo>
                <a:lnTo>
                  <a:pt x="214442" y="289815"/>
                </a:lnTo>
                <a:cubicBezTo>
                  <a:pt x="208943" y="291648"/>
                  <a:pt x="203445" y="291648"/>
                  <a:pt x="197946" y="289815"/>
                </a:cubicBezTo>
                <a:lnTo>
                  <a:pt x="190615" y="286150"/>
                </a:lnTo>
                <a:cubicBezTo>
                  <a:pt x="155791" y="273320"/>
                  <a:pt x="133797" y="240329"/>
                  <a:pt x="133797" y="203672"/>
                </a:cubicBezTo>
                <a:close/>
                <a:moveTo>
                  <a:pt x="206194" y="291186"/>
                </a:moveTo>
                <a:lnTo>
                  <a:pt x="206194" y="123027"/>
                </a:lnTo>
              </a:path>
            </a:pathLst>
          </a:custGeom>
          <a:noFill/>
          <a:ln w="137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5324" y="3097788"/>
            <a:ext cx="1372676" cy="21994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Funnel Display 600"/>
              </a:rPr>
              <a:t>Data Protection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45823" y="3654910"/>
            <a:ext cx="421553" cy="428716"/>
          </a:xfrm>
          <a:custGeom>
            <a:avLst/>
            <a:gdLst/>
            <a:ahLst/>
            <a:cxnLst/>
            <a:rect l="0" t="0" r="0" b="0"/>
            <a:pathLst>
              <a:path w="421553" h="428716">
                <a:moveTo>
                  <a:pt x="164955" y="348239"/>
                </a:moveTo>
                <a:lnTo>
                  <a:pt x="36656" y="348239"/>
                </a:lnTo>
                <a:cubicBezTo>
                  <a:pt x="16411" y="348239"/>
                  <a:pt x="0" y="331827"/>
                  <a:pt x="0" y="311582"/>
                </a:cubicBezTo>
                <a:lnTo>
                  <a:pt x="0" y="36656"/>
                </a:lnTo>
                <a:cubicBezTo>
                  <a:pt x="0" y="16411"/>
                  <a:pt x="16411" y="0"/>
                  <a:pt x="36656" y="0"/>
                </a:cubicBezTo>
                <a:lnTo>
                  <a:pt x="384896" y="0"/>
                </a:lnTo>
                <a:cubicBezTo>
                  <a:pt x="405141" y="0"/>
                  <a:pt x="421553" y="16411"/>
                  <a:pt x="421553" y="36656"/>
                </a:cubicBezTo>
                <a:lnTo>
                  <a:pt x="421553" y="164955"/>
                </a:lnTo>
                <a:moveTo>
                  <a:pt x="0" y="91642"/>
                </a:moveTo>
                <a:lnTo>
                  <a:pt x="421553" y="91642"/>
                </a:lnTo>
                <a:moveTo>
                  <a:pt x="64149" y="41238"/>
                </a:moveTo>
                <a:cubicBezTo>
                  <a:pt x="61618" y="41238"/>
                  <a:pt x="59567" y="43290"/>
                  <a:pt x="59567" y="45821"/>
                </a:cubicBezTo>
                <a:cubicBezTo>
                  <a:pt x="59567" y="48351"/>
                  <a:pt x="61618" y="50403"/>
                  <a:pt x="64149" y="50403"/>
                </a:cubicBezTo>
                <a:cubicBezTo>
                  <a:pt x="66680" y="50403"/>
                  <a:pt x="68731" y="48351"/>
                  <a:pt x="68731" y="45821"/>
                </a:cubicBezTo>
                <a:cubicBezTo>
                  <a:pt x="68731" y="43290"/>
                  <a:pt x="66680" y="41238"/>
                  <a:pt x="64149" y="41238"/>
                </a:cubicBezTo>
                <a:moveTo>
                  <a:pt x="119134" y="41238"/>
                </a:moveTo>
                <a:cubicBezTo>
                  <a:pt x="116604" y="41238"/>
                  <a:pt x="114552" y="43290"/>
                  <a:pt x="114552" y="45821"/>
                </a:cubicBezTo>
                <a:cubicBezTo>
                  <a:pt x="114552" y="48351"/>
                  <a:pt x="116604" y="50403"/>
                  <a:pt x="119134" y="50403"/>
                </a:cubicBezTo>
                <a:cubicBezTo>
                  <a:pt x="121665" y="50403"/>
                  <a:pt x="123716" y="48351"/>
                  <a:pt x="123716" y="45821"/>
                </a:cubicBezTo>
                <a:cubicBezTo>
                  <a:pt x="123716" y="43290"/>
                  <a:pt x="121665" y="41238"/>
                  <a:pt x="119134" y="41238"/>
                </a:cubicBezTo>
                <a:moveTo>
                  <a:pt x="174119" y="41238"/>
                </a:moveTo>
                <a:cubicBezTo>
                  <a:pt x="171589" y="41238"/>
                  <a:pt x="169537" y="43290"/>
                  <a:pt x="169537" y="45821"/>
                </a:cubicBezTo>
                <a:cubicBezTo>
                  <a:pt x="169537" y="48351"/>
                  <a:pt x="171589" y="50403"/>
                  <a:pt x="174119" y="50403"/>
                </a:cubicBezTo>
                <a:cubicBezTo>
                  <a:pt x="176650" y="50403"/>
                  <a:pt x="178701" y="48351"/>
                  <a:pt x="178701" y="45821"/>
                </a:cubicBezTo>
                <a:cubicBezTo>
                  <a:pt x="178701" y="43290"/>
                  <a:pt x="176650" y="41238"/>
                  <a:pt x="174119" y="41238"/>
                </a:cubicBezTo>
                <a:moveTo>
                  <a:pt x="192448" y="256597"/>
                </a:moveTo>
                <a:lnTo>
                  <a:pt x="64149" y="256597"/>
                </a:lnTo>
                <a:cubicBezTo>
                  <a:pt x="59088" y="256597"/>
                  <a:pt x="54985" y="252494"/>
                  <a:pt x="54985" y="247433"/>
                </a:cubicBezTo>
                <a:lnTo>
                  <a:pt x="54985" y="192448"/>
                </a:lnTo>
                <a:cubicBezTo>
                  <a:pt x="54985" y="187387"/>
                  <a:pt x="59088" y="183284"/>
                  <a:pt x="64149" y="183284"/>
                </a:cubicBezTo>
                <a:lnTo>
                  <a:pt x="329911" y="183284"/>
                </a:lnTo>
                <a:moveTo>
                  <a:pt x="291513" y="361637"/>
                </a:moveTo>
                <a:cubicBezTo>
                  <a:pt x="282565" y="370583"/>
                  <a:pt x="268060" y="370581"/>
                  <a:pt x="259114" y="361634"/>
                </a:cubicBezTo>
                <a:cubicBezTo>
                  <a:pt x="250168" y="352688"/>
                  <a:pt x="250168" y="338182"/>
                  <a:pt x="259114" y="329236"/>
                </a:cubicBezTo>
                <a:cubicBezTo>
                  <a:pt x="268060" y="320289"/>
                  <a:pt x="282565" y="320287"/>
                  <a:pt x="291513" y="329233"/>
                </a:cubicBezTo>
                <a:cubicBezTo>
                  <a:pt x="300453" y="338184"/>
                  <a:pt x="300453" y="352686"/>
                  <a:pt x="291513" y="361637"/>
                </a:cubicBezTo>
                <a:close/>
                <a:moveTo>
                  <a:pt x="339955" y="319684"/>
                </a:moveTo>
                <a:lnTo>
                  <a:pt x="421553" y="238269"/>
                </a:lnTo>
                <a:lnTo>
                  <a:pt x="421553" y="201612"/>
                </a:lnTo>
                <a:lnTo>
                  <a:pt x="384896" y="201612"/>
                </a:lnTo>
                <a:lnTo>
                  <a:pt x="301062" y="280809"/>
                </a:lnTo>
                <a:cubicBezTo>
                  <a:pt x="268752" y="267121"/>
                  <a:pt x="231273" y="278246"/>
                  <a:pt x="211664" y="307346"/>
                </a:cubicBezTo>
                <a:cubicBezTo>
                  <a:pt x="192055" y="336446"/>
                  <a:pt x="195816" y="375361"/>
                  <a:pt x="220635" y="400167"/>
                </a:cubicBezTo>
                <a:cubicBezTo>
                  <a:pt x="245453" y="424974"/>
                  <a:pt x="284369" y="428716"/>
                  <a:pt x="313460" y="409094"/>
                </a:cubicBezTo>
                <a:cubicBezTo>
                  <a:pt x="342551" y="389472"/>
                  <a:pt x="353658" y="351987"/>
                  <a:pt x="339955" y="319684"/>
                </a:cubicBezTo>
                <a:close/>
              </a:path>
            </a:pathLst>
          </a:custGeom>
          <a:noFill/>
          <a:ln w="137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5324" y="3757617"/>
            <a:ext cx="1050369" cy="21994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Funnel Display Regular"/>
              </a:rPr>
              <a:t>API Security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1695" y="4151449"/>
            <a:ext cx="2068582" cy="551621"/>
          </a:xfrm>
          <a:custGeom>
            <a:avLst/>
            <a:gdLst/>
            <a:ahLst/>
            <a:cxnLst/>
            <a:rect l="0" t="0" r="0" b="0"/>
            <a:pathLst>
              <a:path w="2068582" h="551621">
                <a:moveTo>
                  <a:pt x="137902" y="137902"/>
                </a:moveTo>
                <a:lnTo>
                  <a:pt x="68951" y="137902"/>
                </a:lnTo>
                <a:cubicBezTo>
                  <a:pt x="30870" y="137902"/>
                  <a:pt x="0" y="107032"/>
                  <a:pt x="0" y="68951"/>
                </a:cubicBezTo>
                <a:cubicBezTo>
                  <a:pt x="0" y="30870"/>
                  <a:pt x="30870" y="0"/>
                  <a:pt x="68951" y="0"/>
                </a:cubicBezTo>
                <a:lnTo>
                  <a:pt x="2068582" y="0"/>
                </a:lnTo>
                <a:lnTo>
                  <a:pt x="2068582" y="551621"/>
                </a:lnTo>
                <a:lnTo>
                  <a:pt x="137902" y="551621"/>
                </a:lnTo>
                <a:lnTo>
                  <a:pt x="137902" y="137902"/>
                </a:lnTo>
              </a:path>
            </a:pathLst>
          </a:custGeom>
          <a:solidFill>
            <a:srgbClr val="7E56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1695" y="4151448"/>
            <a:ext cx="2068581" cy="551621"/>
          </a:xfrm>
          <a:custGeom>
            <a:avLst/>
            <a:gdLst/>
            <a:ahLst/>
            <a:cxnLst/>
            <a:rect l="0" t="0" r="0" b="0"/>
            <a:pathLst>
              <a:path w="2068581" h="551621">
                <a:moveTo>
                  <a:pt x="2068581" y="413718"/>
                </a:moveTo>
                <a:lnTo>
                  <a:pt x="2068581" y="2"/>
                </a:lnTo>
                <a:lnTo>
                  <a:pt x="68952" y="0"/>
                </a:lnTo>
                <a:cubicBezTo>
                  <a:pt x="30871" y="0"/>
                  <a:pt x="0" y="30871"/>
                  <a:pt x="0" y="68952"/>
                </a:cubicBezTo>
                <a:cubicBezTo>
                  <a:pt x="0" y="107034"/>
                  <a:pt x="30871" y="137905"/>
                  <a:pt x="68952" y="137905"/>
                </a:cubicBezTo>
                <a:lnTo>
                  <a:pt x="137905" y="137905"/>
                </a:lnTo>
                <a:lnTo>
                  <a:pt x="137905" y="413718"/>
                </a:lnTo>
                <a:moveTo>
                  <a:pt x="2068581" y="413716"/>
                </a:moveTo>
                <a:lnTo>
                  <a:pt x="2068581" y="551621"/>
                </a:lnTo>
                <a:lnTo>
                  <a:pt x="137905" y="551621"/>
                </a:lnTo>
                <a:lnTo>
                  <a:pt x="137905" y="413716"/>
                </a:lnTo>
              </a:path>
            </a:pathLst>
          </a:custGeom>
          <a:noFill/>
          <a:ln w="172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72371" y="3599827"/>
            <a:ext cx="2068582" cy="1103242"/>
          </a:xfrm>
          <a:custGeom>
            <a:avLst/>
            <a:gdLst/>
            <a:ahLst/>
            <a:cxnLst/>
            <a:rect l="0" t="0" r="0" b="0"/>
            <a:pathLst>
              <a:path w="2068582" h="1103242">
                <a:moveTo>
                  <a:pt x="137902" y="137902"/>
                </a:moveTo>
                <a:lnTo>
                  <a:pt x="68951" y="137902"/>
                </a:lnTo>
                <a:cubicBezTo>
                  <a:pt x="30870" y="137902"/>
                  <a:pt x="0" y="107032"/>
                  <a:pt x="0" y="68951"/>
                </a:cubicBezTo>
                <a:cubicBezTo>
                  <a:pt x="0" y="30870"/>
                  <a:pt x="30870" y="0"/>
                  <a:pt x="68951" y="0"/>
                </a:cubicBezTo>
                <a:lnTo>
                  <a:pt x="2068582" y="0"/>
                </a:lnTo>
                <a:lnTo>
                  <a:pt x="2068582" y="1103242"/>
                </a:lnTo>
                <a:lnTo>
                  <a:pt x="137902" y="1103242"/>
                </a:lnTo>
                <a:lnTo>
                  <a:pt x="137902" y="137902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72371" y="3599826"/>
            <a:ext cx="2068581" cy="1103243"/>
          </a:xfrm>
          <a:custGeom>
            <a:avLst/>
            <a:gdLst/>
            <a:ahLst/>
            <a:cxnLst/>
            <a:rect l="0" t="0" r="0" b="0"/>
            <a:pathLst>
              <a:path w="2068581" h="1103243">
                <a:moveTo>
                  <a:pt x="2068581" y="965338"/>
                </a:moveTo>
                <a:lnTo>
                  <a:pt x="2068581" y="1103243"/>
                </a:lnTo>
                <a:lnTo>
                  <a:pt x="137905" y="1103243"/>
                </a:lnTo>
                <a:lnTo>
                  <a:pt x="137905" y="965338"/>
                </a:lnTo>
                <a:moveTo>
                  <a:pt x="2068581" y="965340"/>
                </a:moveTo>
                <a:lnTo>
                  <a:pt x="2068581" y="2"/>
                </a:lnTo>
                <a:lnTo>
                  <a:pt x="68952" y="0"/>
                </a:lnTo>
                <a:cubicBezTo>
                  <a:pt x="30871" y="0"/>
                  <a:pt x="0" y="30871"/>
                  <a:pt x="0" y="68952"/>
                </a:cubicBezTo>
                <a:cubicBezTo>
                  <a:pt x="0" y="107034"/>
                  <a:pt x="30871" y="137905"/>
                  <a:pt x="68952" y="137905"/>
                </a:cubicBezTo>
                <a:lnTo>
                  <a:pt x="137905" y="137905"/>
                </a:lnTo>
                <a:lnTo>
                  <a:pt x="137905" y="965340"/>
                </a:lnTo>
              </a:path>
            </a:pathLst>
          </a:custGeom>
          <a:noFill/>
          <a:ln w="172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3047" y="3048205"/>
            <a:ext cx="2068582" cy="1654863"/>
          </a:xfrm>
          <a:custGeom>
            <a:avLst/>
            <a:gdLst/>
            <a:ahLst/>
            <a:cxnLst/>
            <a:rect l="0" t="0" r="0" b="0"/>
            <a:pathLst>
              <a:path w="2068582" h="1654863">
                <a:moveTo>
                  <a:pt x="137902" y="137902"/>
                </a:moveTo>
                <a:lnTo>
                  <a:pt x="68951" y="137902"/>
                </a:lnTo>
                <a:cubicBezTo>
                  <a:pt x="30870" y="137902"/>
                  <a:pt x="0" y="107032"/>
                  <a:pt x="0" y="68951"/>
                </a:cubicBezTo>
                <a:cubicBezTo>
                  <a:pt x="0" y="30870"/>
                  <a:pt x="30870" y="0"/>
                  <a:pt x="68951" y="0"/>
                </a:cubicBezTo>
                <a:lnTo>
                  <a:pt x="2068582" y="0"/>
                </a:lnTo>
                <a:lnTo>
                  <a:pt x="2068582" y="1654863"/>
                </a:lnTo>
                <a:lnTo>
                  <a:pt x="137902" y="1654863"/>
                </a:lnTo>
                <a:lnTo>
                  <a:pt x="137902" y="137902"/>
                </a:lnTo>
              </a:path>
            </a:pathLst>
          </a:custGeom>
          <a:solidFill>
            <a:srgbClr val="7E56F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03047" y="3048205"/>
            <a:ext cx="2068581" cy="1654865"/>
          </a:xfrm>
          <a:custGeom>
            <a:avLst/>
            <a:gdLst/>
            <a:ahLst/>
            <a:cxnLst/>
            <a:rect l="0" t="0" r="0" b="0"/>
            <a:pathLst>
              <a:path w="2068581" h="1654865">
                <a:moveTo>
                  <a:pt x="2068581" y="1516962"/>
                </a:moveTo>
                <a:lnTo>
                  <a:pt x="2068581" y="2"/>
                </a:lnTo>
                <a:lnTo>
                  <a:pt x="68952" y="0"/>
                </a:lnTo>
                <a:cubicBezTo>
                  <a:pt x="30871" y="0"/>
                  <a:pt x="0" y="30871"/>
                  <a:pt x="0" y="68952"/>
                </a:cubicBezTo>
                <a:cubicBezTo>
                  <a:pt x="0" y="107034"/>
                  <a:pt x="30871" y="137905"/>
                  <a:pt x="68952" y="137905"/>
                </a:cubicBezTo>
                <a:lnTo>
                  <a:pt x="137905" y="137905"/>
                </a:lnTo>
                <a:lnTo>
                  <a:pt x="137905" y="1516962"/>
                </a:lnTo>
                <a:moveTo>
                  <a:pt x="2068581" y="1516959"/>
                </a:moveTo>
                <a:lnTo>
                  <a:pt x="2068581" y="1654865"/>
                </a:lnTo>
                <a:lnTo>
                  <a:pt x="137905" y="1654865"/>
                </a:lnTo>
                <a:lnTo>
                  <a:pt x="137905" y="1516959"/>
                </a:lnTo>
              </a:path>
            </a:pathLst>
          </a:custGeom>
          <a:noFill/>
          <a:ln w="172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33723" y="2496583"/>
            <a:ext cx="2068582" cy="2206485"/>
          </a:xfrm>
          <a:custGeom>
            <a:avLst/>
            <a:gdLst/>
            <a:ahLst/>
            <a:cxnLst/>
            <a:rect l="0" t="0" r="0" b="0"/>
            <a:pathLst>
              <a:path w="2068582" h="2206485">
                <a:moveTo>
                  <a:pt x="137902" y="137902"/>
                </a:moveTo>
                <a:lnTo>
                  <a:pt x="68951" y="137902"/>
                </a:lnTo>
                <a:cubicBezTo>
                  <a:pt x="30870" y="137902"/>
                  <a:pt x="0" y="107032"/>
                  <a:pt x="0" y="68951"/>
                </a:cubicBezTo>
                <a:cubicBezTo>
                  <a:pt x="0" y="30870"/>
                  <a:pt x="30870" y="0"/>
                  <a:pt x="68951" y="0"/>
                </a:cubicBezTo>
                <a:lnTo>
                  <a:pt x="2068582" y="0"/>
                </a:lnTo>
                <a:lnTo>
                  <a:pt x="2068582" y="2206485"/>
                </a:lnTo>
                <a:lnTo>
                  <a:pt x="137902" y="2206485"/>
                </a:lnTo>
                <a:lnTo>
                  <a:pt x="137902" y="137902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33723" y="2496583"/>
            <a:ext cx="2068581" cy="2206487"/>
          </a:xfrm>
          <a:custGeom>
            <a:avLst/>
            <a:gdLst/>
            <a:ahLst/>
            <a:cxnLst/>
            <a:rect l="0" t="0" r="0" b="0"/>
            <a:pathLst>
              <a:path w="2068581" h="2206487">
                <a:moveTo>
                  <a:pt x="2068581" y="2068583"/>
                </a:moveTo>
                <a:lnTo>
                  <a:pt x="2068581" y="2"/>
                </a:lnTo>
                <a:lnTo>
                  <a:pt x="68952" y="0"/>
                </a:lnTo>
                <a:cubicBezTo>
                  <a:pt x="30871" y="0"/>
                  <a:pt x="0" y="30871"/>
                  <a:pt x="0" y="68952"/>
                </a:cubicBezTo>
                <a:cubicBezTo>
                  <a:pt x="0" y="107034"/>
                  <a:pt x="30871" y="137905"/>
                  <a:pt x="68952" y="137905"/>
                </a:cubicBezTo>
                <a:lnTo>
                  <a:pt x="137905" y="137905"/>
                </a:lnTo>
                <a:lnTo>
                  <a:pt x="137905" y="2068583"/>
                </a:lnTo>
                <a:moveTo>
                  <a:pt x="2068581" y="2068581"/>
                </a:moveTo>
                <a:lnTo>
                  <a:pt x="2068581" y="2206487"/>
                </a:lnTo>
                <a:lnTo>
                  <a:pt x="137905" y="2206487"/>
                </a:lnTo>
                <a:lnTo>
                  <a:pt x="137905" y="2068581"/>
                </a:lnTo>
              </a:path>
            </a:pathLst>
          </a:custGeom>
          <a:noFill/>
          <a:ln w="172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5661" y="440430"/>
            <a:ext cx="2372677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 600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2401" y="1069080"/>
            <a:ext cx="317920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Expanding the TaskFlow ecosystem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1156" y="1807062"/>
            <a:ext cx="544094" cy="534383"/>
          </a:xfrm>
          <a:custGeom>
            <a:avLst/>
            <a:gdLst/>
            <a:ahLst/>
            <a:cxnLst/>
            <a:rect l="0" t="0" r="0" b="0"/>
            <a:pathLst>
              <a:path w="544094" h="534383">
                <a:moveTo>
                  <a:pt x="51460" y="453938"/>
                </a:moveTo>
                <a:cubicBezTo>
                  <a:pt x="70501" y="453938"/>
                  <a:pt x="85936" y="438502"/>
                  <a:pt x="85936" y="419462"/>
                </a:cubicBezTo>
                <a:cubicBezTo>
                  <a:pt x="85936" y="400422"/>
                  <a:pt x="70501" y="384986"/>
                  <a:pt x="51460" y="384986"/>
                </a:cubicBezTo>
                <a:cubicBezTo>
                  <a:pt x="32419" y="384986"/>
                  <a:pt x="16984" y="400422"/>
                  <a:pt x="16984" y="419462"/>
                </a:cubicBezTo>
                <a:cubicBezTo>
                  <a:pt x="16984" y="438502"/>
                  <a:pt x="32419" y="453938"/>
                  <a:pt x="51460" y="453938"/>
                </a:cubicBezTo>
                <a:close/>
                <a:moveTo>
                  <a:pt x="203158" y="347103"/>
                </a:moveTo>
                <a:cubicBezTo>
                  <a:pt x="222199" y="347103"/>
                  <a:pt x="237636" y="331667"/>
                  <a:pt x="237636" y="312627"/>
                </a:cubicBezTo>
                <a:cubicBezTo>
                  <a:pt x="237636" y="293586"/>
                  <a:pt x="222199" y="278150"/>
                  <a:pt x="203158" y="278150"/>
                </a:cubicBezTo>
                <a:cubicBezTo>
                  <a:pt x="184118" y="278150"/>
                  <a:pt x="168682" y="293586"/>
                  <a:pt x="168682" y="312627"/>
                </a:cubicBezTo>
                <a:cubicBezTo>
                  <a:pt x="168682" y="331667"/>
                  <a:pt x="184118" y="347103"/>
                  <a:pt x="203158" y="347103"/>
                </a:cubicBezTo>
                <a:close/>
                <a:moveTo>
                  <a:pt x="0" y="0"/>
                </a:moveTo>
                <a:moveTo>
                  <a:pt x="203158" y="347103"/>
                </a:moveTo>
                <a:lnTo>
                  <a:pt x="203158" y="534383"/>
                </a:lnTo>
                <a:moveTo>
                  <a:pt x="85936" y="419462"/>
                </a:moveTo>
                <a:lnTo>
                  <a:pt x="105346" y="419462"/>
                </a:lnTo>
                <a:cubicBezTo>
                  <a:pt x="119904" y="419462"/>
                  <a:pt x="129609" y="428656"/>
                  <a:pt x="129609" y="442446"/>
                </a:cubicBezTo>
                <a:lnTo>
                  <a:pt x="129609" y="534383"/>
                </a:lnTo>
                <a:moveTo>
                  <a:pt x="352555" y="453938"/>
                </a:moveTo>
                <a:cubicBezTo>
                  <a:pt x="371595" y="453938"/>
                  <a:pt x="387031" y="438502"/>
                  <a:pt x="387031" y="419462"/>
                </a:cubicBezTo>
                <a:cubicBezTo>
                  <a:pt x="387031" y="400422"/>
                  <a:pt x="371595" y="384986"/>
                  <a:pt x="352555" y="384986"/>
                </a:cubicBezTo>
                <a:cubicBezTo>
                  <a:pt x="333515" y="384986"/>
                  <a:pt x="318078" y="400422"/>
                  <a:pt x="318078" y="419462"/>
                </a:cubicBezTo>
                <a:cubicBezTo>
                  <a:pt x="318078" y="438502"/>
                  <a:pt x="333515" y="453938"/>
                  <a:pt x="352555" y="453938"/>
                </a:cubicBezTo>
                <a:close/>
                <a:moveTo>
                  <a:pt x="318078" y="419462"/>
                </a:moveTo>
                <a:lnTo>
                  <a:pt x="299691" y="419462"/>
                </a:lnTo>
                <a:cubicBezTo>
                  <a:pt x="285900" y="419462"/>
                  <a:pt x="276707" y="428656"/>
                  <a:pt x="276707" y="442446"/>
                </a:cubicBezTo>
                <a:lnTo>
                  <a:pt x="276707" y="534383"/>
                </a:lnTo>
                <a:moveTo>
                  <a:pt x="0" y="0"/>
                </a:moveTo>
                <a:moveTo>
                  <a:pt x="141098" y="230991"/>
                </a:moveTo>
                <a:lnTo>
                  <a:pt x="131904" y="219498"/>
                </a:lnTo>
                <a:cubicBezTo>
                  <a:pt x="127308" y="212603"/>
                  <a:pt x="115815" y="210304"/>
                  <a:pt x="108920" y="214901"/>
                </a:cubicBezTo>
                <a:lnTo>
                  <a:pt x="85936" y="228691"/>
                </a:lnTo>
                <a:cubicBezTo>
                  <a:pt x="67549" y="240182"/>
                  <a:pt x="44564" y="219498"/>
                  <a:pt x="53758" y="198812"/>
                </a:cubicBezTo>
                <a:lnTo>
                  <a:pt x="65250" y="175828"/>
                </a:lnTo>
                <a:cubicBezTo>
                  <a:pt x="69847" y="166634"/>
                  <a:pt x="65250" y="157440"/>
                  <a:pt x="58355" y="152843"/>
                </a:cubicBezTo>
                <a:lnTo>
                  <a:pt x="35370" y="141351"/>
                </a:lnTo>
                <a:cubicBezTo>
                  <a:pt x="14685" y="129859"/>
                  <a:pt x="21580" y="99980"/>
                  <a:pt x="44564" y="97681"/>
                </a:cubicBezTo>
                <a:lnTo>
                  <a:pt x="69847" y="95383"/>
                </a:lnTo>
                <a:cubicBezTo>
                  <a:pt x="79040" y="95383"/>
                  <a:pt x="85936" y="86189"/>
                  <a:pt x="85936" y="76995"/>
                </a:cubicBezTo>
                <a:lnTo>
                  <a:pt x="85936" y="51713"/>
                </a:lnTo>
                <a:cubicBezTo>
                  <a:pt x="85936" y="28729"/>
                  <a:pt x="113517" y="19535"/>
                  <a:pt x="127307" y="37922"/>
                </a:cubicBezTo>
                <a:lnTo>
                  <a:pt x="143397" y="58608"/>
                </a:lnTo>
                <a:cubicBezTo>
                  <a:pt x="147993" y="65503"/>
                  <a:pt x="159486" y="67802"/>
                  <a:pt x="166381" y="63205"/>
                </a:cubicBezTo>
                <a:lnTo>
                  <a:pt x="189365" y="49414"/>
                </a:lnTo>
                <a:cubicBezTo>
                  <a:pt x="207752" y="37922"/>
                  <a:pt x="230736" y="58608"/>
                  <a:pt x="221543" y="79294"/>
                </a:cubicBezTo>
                <a:lnTo>
                  <a:pt x="210051" y="102278"/>
                </a:lnTo>
                <a:cubicBezTo>
                  <a:pt x="205454" y="111472"/>
                  <a:pt x="210051" y="120665"/>
                  <a:pt x="216946" y="125262"/>
                </a:cubicBezTo>
                <a:lnTo>
                  <a:pt x="239930" y="136754"/>
                </a:lnTo>
                <a:cubicBezTo>
                  <a:pt x="260615" y="148246"/>
                  <a:pt x="253720" y="178126"/>
                  <a:pt x="230736" y="180424"/>
                </a:cubicBezTo>
                <a:lnTo>
                  <a:pt x="205454" y="182723"/>
                </a:lnTo>
                <a:cubicBezTo>
                  <a:pt x="196260" y="182723"/>
                  <a:pt x="189365" y="191917"/>
                  <a:pt x="189365" y="201110"/>
                </a:cubicBezTo>
                <a:lnTo>
                  <a:pt x="189365" y="214901"/>
                </a:lnTo>
                <a:moveTo>
                  <a:pt x="0" y="0"/>
                </a:moveTo>
                <a:moveTo>
                  <a:pt x="449114" y="54546"/>
                </a:moveTo>
                <a:lnTo>
                  <a:pt x="457027" y="80270"/>
                </a:lnTo>
                <a:cubicBezTo>
                  <a:pt x="459006" y="90164"/>
                  <a:pt x="468901" y="94122"/>
                  <a:pt x="478793" y="92143"/>
                </a:cubicBezTo>
                <a:lnTo>
                  <a:pt x="504520" y="86207"/>
                </a:lnTo>
                <a:cubicBezTo>
                  <a:pt x="528265" y="80270"/>
                  <a:pt x="544094" y="107973"/>
                  <a:pt x="528265" y="125782"/>
                </a:cubicBezTo>
                <a:lnTo>
                  <a:pt x="510454" y="145570"/>
                </a:lnTo>
                <a:cubicBezTo>
                  <a:pt x="504520" y="153485"/>
                  <a:pt x="504520" y="163379"/>
                  <a:pt x="510454" y="169315"/>
                </a:cubicBezTo>
                <a:lnTo>
                  <a:pt x="528265" y="189103"/>
                </a:lnTo>
                <a:cubicBezTo>
                  <a:pt x="544094" y="206912"/>
                  <a:pt x="528265" y="234613"/>
                  <a:pt x="504520" y="228678"/>
                </a:cubicBezTo>
                <a:lnTo>
                  <a:pt x="478793" y="222742"/>
                </a:lnTo>
                <a:cubicBezTo>
                  <a:pt x="468901" y="220763"/>
                  <a:pt x="460985" y="226700"/>
                  <a:pt x="457027" y="234616"/>
                </a:cubicBezTo>
                <a:lnTo>
                  <a:pt x="449114" y="260340"/>
                </a:lnTo>
                <a:cubicBezTo>
                  <a:pt x="441198" y="284085"/>
                  <a:pt x="409537" y="284085"/>
                  <a:pt x="403600" y="260340"/>
                </a:cubicBezTo>
                <a:lnTo>
                  <a:pt x="395687" y="234616"/>
                </a:lnTo>
                <a:cubicBezTo>
                  <a:pt x="393708" y="224721"/>
                  <a:pt x="383813" y="220763"/>
                  <a:pt x="373919" y="222742"/>
                </a:cubicBezTo>
                <a:lnTo>
                  <a:pt x="348195" y="228678"/>
                </a:lnTo>
                <a:cubicBezTo>
                  <a:pt x="324450" y="234613"/>
                  <a:pt x="308620" y="206912"/>
                  <a:pt x="324450" y="189103"/>
                </a:cubicBezTo>
                <a:lnTo>
                  <a:pt x="342260" y="169315"/>
                </a:lnTo>
                <a:cubicBezTo>
                  <a:pt x="348195" y="161400"/>
                  <a:pt x="348195" y="151506"/>
                  <a:pt x="342260" y="145570"/>
                </a:cubicBezTo>
                <a:lnTo>
                  <a:pt x="324450" y="125782"/>
                </a:lnTo>
                <a:cubicBezTo>
                  <a:pt x="308620" y="107973"/>
                  <a:pt x="324450" y="80270"/>
                  <a:pt x="348195" y="86207"/>
                </a:cubicBezTo>
                <a:lnTo>
                  <a:pt x="373919" y="92143"/>
                </a:lnTo>
                <a:cubicBezTo>
                  <a:pt x="383813" y="94122"/>
                  <a:pt x="391729" y="88185"/>
                  <a:pt x="395687" y="80270"/>
                </a:cubicBezTo>
                <a:lnTo>
                  <a:pt x="403600" y="54546"/>
                </a:lnTo>
                <a:cubicBezTo>
                  <a:pt x="409537" y="30801"/>
                  <a:pt x="443177" y="30801"/>
                  <a:pt x="449114" y="54546"/>
                </a:cubicBezTo>
                <a:close/>
                <a:moveTo>
                  <a:pt x="137651" y="165372"/>
                </a:moveTo>
                <a:cubicBezTo>
                  <a:pt x="151469" y="165372"/>
                  <a:pt x="162671" y="154169"/>
                  <a:pt x="162671" y="140351"/>
                </a:cubicBezTo>
                <a:cubicBezTo>
                  <a:pt x="162671" y="126532"/>
                  <a:pt x="151469" y="115330"/>
                  <a:pt x="137651" y="115330"/>
                </a:cubicBezTo>
                <a:cubicBezTo>
                  <a:pt x="123832" y="115330"/>
                  <a:pt x="112630" y="126532"/>
                  <a:pt x="112630" y="140351"/>
                </a:cubicBezTo>
                <a:cubicBezTo>
                  <a:pt x="112630" y="154169"/>
                  <a:pt x="123832" y="165372"/>
                  <a:pt x="137651" y="165372"/>
                </a:cubicBezTo>
                <a:close/>
                <a:moveTo>
                  <a:pt x="426357" y="182464"/>
                </a:moveTo>
                <a:cubicBezTo>
                  <a:pt x="440175" y="182464"/>
                  <a:pt x="451378" y="171262"/>
                  <a:pt x="451378" y="157443"/>
                </a:cubicBezTo>
                <a:cubicBezTo>
                  <a:pt x="451378" y="143625"/>
                  <a:pt x="440175" y="132423"/>
                  <a:pt x="426357" y="132423"/>
                </a:cubicBezTo>
                <a:cubicBezTo>
                  <a:pt x="412537" y="132423"/>
                  <a:pt x="401336" y="143625"/>
                  <a:pt x="401336" y="157443"/>
                </a:cubicBezTo>
                <a:cubicBezTo>
                  <a:pt x="401336" y="171262"/>
                  <a:pt x="412537" y="182464"/>
                  <a:pt x="426357" y="182464"/>
                </a:cubicBezTo>
                <a:close/>
              </a:path>
            </a:pathLst>
          </a:custGeom>
          <a:noFill/>
          <a:ln w="172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41971" y="2370177"/>
            <a:ext cx="531072" cy="528634"/>
          </a:xfrm>
          <a:custGeom>
            <a:avLst/>
            <a:gdLst/>
            <a:ahLst/>
            <a:cxnLst/>
            <a:rect l="0" t="0" r="0" b="0"/>
            <a:pathLst>
              <a:path w="531072" h="528634">
                <a:moveTo>
                  <a:pt x="206858" y="459684"/>
                </a:moveTo>
                <a:lnTo>
                  <a:pt x="22984" y="459684"/>
                </a:lnTo>
                <a:cubicBezTo>
                  <a:pt x="10290" y="459684"/>
                  <a:pt x="0" y="449394"/>
                  <a:pt x="0" y="436700"/>
                </a:cubicBezTo>
                <a:lnTo>
                  <a:pt x="0" y="68952"/>
                </a:lnTo>
                <a:cubicBezTo>
                  <a:pt x="0" y="56258"/>
                  <a:pt x="10290" y="45968"/>
                  <a:pt x="22984" y="45968"/>
                </a:cubicBezTo>
                <a:lnTo>
                  <a:pt x="344763" y="45968"/>
                </a:lnTo>
                <a:cubicBezTo>
                  <a:pt x="357457" y="45968"/>
                  <a:pt x="367747" y="56258"/>
                  <a:pt x="367747" y="68952"/>
                </a:cubicBezTo>
                <a:lnTo>
                  <a:pt x="367747" y="160889"/>
                </a:lnTo>
                <a:moveTo>
                  <a:pt x="91936" y="91936"/>
                </a:moveTo>
                <a:lnTo>
                  <a:pt x="91936" y="0"/>
                </a:lnTo>
                <a:moveTo>
                  <a:pt x="183873" y="91936"/>
                </a:moveTo>
                <a:lnTo>
                  <a:pt x="183873" y="0"/>
                </a:lnTo>
                <a:moveTo>
                  <a:pt x="275810" y="91936"/>
                </a:moveTo>
                <a:lnTo>
                  <a:pt x="275810" y="0"/>
                </a:lnTo>
                <a:moveTo>
                  <a:pt x="363449" y="379952"/>
                </a:moveTo>
                <a:cubicBezTo>
                  <a:pt x="363449" y="398193"/>
                  <a:pt x="378237" y="412980"/>
                  <a:pt x="396478" y="412980"/>
                </a:cubicBezTo>
                <a:cubicBezTo>
                  <a:pt x="414719" y="412980"/>
                  <a:pt x="429506" y="398193"/>
                  <a:pt x="429506" y="379952"/>
                </a:cubicBezTo>
                <a:cubicBezTo>
                  <a:pt x="429506" y="361711"/>
                  <a:pt x="414719" y="346924"/>
                  <a:pt x="396478" y="346924"/>
                </a:cubicBezTo>
                <a:cubicBezTo>
                  <a:pt x="378237" y="346924"/>
                  <a:pt x="363449" y="361711"/>
                  <a:pt x="363449" y="379952"/>
                </a:cubicBezTo>
                <a:close/>
                <a:moveTo>
                  <a:pt x="424541" y="252137"/>
                </a:moveTo>
                <a:lnTo>
                  <a:pt x="434287" y="284131"/>
                </a:lnTo>
                <a:cubicBezTo>
                  <a:pt x="437601" y="295157"/>
                  <a:pt x="448901" y="301721"/>
                  <a:pt x="460121" y="299139"/>
                </a:cubicBezTo>
                <a:lnTo>
                  <a:pt x="492575" y="291624"/>
                </a:lnTo>
                <a:cubicBezTo>
                  <a:pt x="505192" y="288780"/>
                  <a:pt x="518189" y="294489"/>
                  <a:pt x="524630" y="305704"/>
                </a:cubicBezTo>
                <a:cubicBezTo>
                  <a:pt x="531072" y="316920"/>
                  <a:pt x="529453" y="331023"/>
                  <a:pt x="520638" y="340488"/>
                </a:cubicBezTo>
                <a:lnTo>
                  <a:pt x="497930" y="364966"/>
                </a:lnTo>
                <a:cubicBezTo>
                  <a:pt x="490160" y="373411"/>
                  <a:pt x="490160" y="386401"/>
                  <a:pt x="497930" y="394846"/>
                </a:cubicBezTo>
                <a:lnTo>
                  <a:pt x="520638" y="419324"/>
                </a:lnTo>
                <a:cubicBezTo>
                  <a:pt x="529453" y="428789"/>
                  <a:pt x="531072" y="442892"/>
                  <a:pt x="524630" y="454108"/>
                </a:cubicBezTo>
                <a:cubicBezTo>
                  <a:pt x="518189" y="465323"/>
                  <a:pt x="505192" y="471032"/>
                  <a:pt x="492575" y="468188"/>
                </a:cubicBezTo>
                <a:lnTo>
                  <a:pt x="460121" y="460650"/>
                </a:lnTo>
                <a:cubicBezTo>
                  <a:pt x="448909" y="458170"/>
                  <a:pt x="437685" y="464770"/>
                  <a:pt x="434402" y="475773"/>
                </a:cubicBezTo>
                <a:lnTo>
                  <a:pt x="424656" y="507767"/>
                </a:lnTo>
                <a:cubicBezTo>
                  <a:pt x="420932" y="520154"/>
                  <a:pt x="409527" y="528634"/>
                  <a:pt x="396593" y="528634"/>
                </a:cubicBezTo>
                <a:cubicBezTo>
                  <a:pt x="383658" y="528634"/>
                  <a:pt x="372253" y="520154"/>
                  <a:pt x="368529" y="507767"/>
                </a:cubicBezTo>
                <a:lnTo>
                  <a:pt x="358669" y="475773"/>
                </a:lnTo>
                <a:cubicBezTo>
                  <a:pt x="355335" y="464762"/>
                  <a:pt x="344051" y="458207"/>
                  <a:pt x="332834" y="460765"/>
                </a:cubicBezTo>
                <a:lnTo>
                  <a:pt x="300381" y="468303"/>
                </a:lnTo>
                <a:cubicBezTo>
                  <a:pt x="287764" y="471147"/>
                  <a:pt x="274766" y="465438"/>
                  <a:pt x="268325" y="454222"/>
                </a:cubicBezTo>
                <a:cubicBezTo>
                  <a:pt x="261884" y="443007"/>
                  <a:pt x="263502" y="428903"/>
                  <a:pt x="272317" y="419439"/>
                </a:cubicBezTo>
                <a:lnTo>
                  <a:pt x="295025" y="394961"/>
                </a:lnTo>
                <a:cubicBezTo>
                  <a:pt x="302795" y="386516"/>
                  <a:pt x="302795" y="373526"/>
                  <a:pt x="295025" y="365081"/>
                </a:cubicBezTo>
                <a:lnTo>
                  <a:pt x="272317" y="340603"/>
                </a:lnTo>
                <a:cubicBezTo>
                  <a:pt x="263502" y="331138"/>
                  <a:pt x="261884" y="317035"/>
                  <a:pt x="268325" y="305819"/>
                </a:cubicBezTo>
                <a:cubicBezTo>
                  <a:pt x="274766" y="294604"/>
                  <a:pt x="287764" y="288895"/>
                  <a:pt x="300381" y="291738"/>
                </a:cubicBezTo>
                <a:lnTo>
                  <a:pt x="332834" y="299254"/>
                </a:lnTo>
                <a:cubicBezTo>
                  <a:pt x="344055" y="301836"/>
                  <a:pt x="355354" y="295272"/>
                  <a:pt x="358669" y="284246"/>
                </a:cubicBezTo>
                <a:lnTo>
                  <a:pt x="368414" y="252252"/>
                </a:lnTo>
                <a:cubicBezTo>
                  <a:pt x="372113" y="239857"/>
                  <a:pt x="383500" y="231354"/>
                  <a:pt x="396435" y="231327"/>
                </a:cubicBezTo>
                <a:cubicBezTo>
                  <a:pt x="409369" y="231301"/>
                  <a:pt x="420792" y="239757"/>
                  <a:pt x="424541" y="252137"/>
                </a:cubicBezTo>
                <a:close/>
              </a:path>
            </a:pathLst>
          </a:custGeom>
          <a:noFill/>
          <a:ln w="172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5231" y="2634496"/>
            <a:ext cx="1103471" cy="2758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Funnel Display 600"/>
              </a:rPr>
              <a:t>AI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0055" y="2921799"/>
            <a:ext cx="298795" cy="528637"/>
          </a:xfrm>
          <a:custGeom>
            <a:avLst/>
            <a:gdLst/>
            <a:ahLst/>
            <a:cxnLst/>
            <a:rect l="0" t="0" r="0" b="0"/>
            <a:pathLst>
              <a:path w="298795" h="528637">
                <a:moveTo>
                  <a:pt x="0" y="436700"/>
                </a:moveTo>
                <a:lnTo>
                  <a:pt x="298795" y="436700"/>
                </a:lnTo>
                <a:moveTo>
                  <a:pt x="149397" y="488415"/>
                </a:moveTo>
                <a:lnTo>
                  <a:pt x="149397" y="488415"/>
                </a:lnTo>
                <a:moveTo>
                  <a:pt x="149397" y="488415"/>
                </a:moveTo>
                <a:cubicBezTo>
                  <a:pt x="152571" y="488415"/>
                  <a:pt x="155143" y="485842"/>
                  <a:pt x="155143" y="482669"/>
                </a:cubicBezTo>
                <a:moveTo>
                  <a:pt x="155143" y="482669"/>
                </a:moveTo>
                <a:lnTo>
                  <a:pt x="155143" y="482669"/>
                </a:lnTo>
                <a:moveTo>
                  <a:pt x="149397" y="476922"/>
                </a:moveTo>
                <a:cubicBezTo>
                  <a:pt x="152571" y="476922"/>
                  <a:pt x="155143" y="479495"/>
                  <a:pt x="155143" y="482669"/>
                </a:cubicBezTo>
                <a:moveTo>
                  <a:pt x="149397" y="476922"/>
                </a:moveTo>
                <a:lnTo>
                  <a:pt x="149397" y="476922"/>
                </a:lnTo>
                <a:moveTo>
                  <a:pt x="143651" y="482669"/>
                </a:moveTo>
                <a:cubicBezTo>
                  <a:pt x="143645" y="481143"/>
                  <a:pt x="144248" y="479678"/>
                  <a:pt x="145327" y="478599"/>
                </a:cubicBezTo>
                <a:cubicBezTo>
                  <a:pt x="146406" y="477520"/>
                  <a:pt x="147871" y="476916"/>
                  <a:pt x="149397" y="476922"/>
                </a:cubicBezTo>
                <a:moveTo>
                  <a:pt x="143651" y="482669"/>
                </a:moveTo>
                <a:lnTo>
                  <a:pt x="143651" y="482669"/>
                </a:lnTo>
                <a:moveTo>
                  <a:pt x="143651" y="482669"/>
                </a:moveTo>
                <a:cubicBezTo>
                  <a:pt x="143645" y="484194"/>
                  <a:pt x="144248" y="485659"/>
                  <a:pt x="145327" y="486738"/>
                </a:cubicBezTo>
                <a:cubicBezTo>
                  <a:pt x="146406" y="487817"/>
                  <a:pt x="147871" y="488421"/>
                  <a:pt x="149397" y="488415"/>
                </a:cubicBezTo>
                <a:moveTo>
                  <a:pt x="45968" y="0"/>
                </a:moveTo>
                <a:lnTo>
                  <a:pt x="252826" y="0"/>
                </a:lnTo>
                <a:cubicBezTo>
                  <a:pt x="252826" y="0"/>
                  <a:pt x="298795" y="0"/>
                  <a:pt x="298795" y="45968"/>
                </a:cubicBezTo>
                <a:lnTo>
                  <a:pt x="298795" y="482669"/>
                </a:lnTo>
                <a:cubicBezTo>
                  <a:pt x="298795" y="482669"/>
                  <a:pt x="298795" y="528637"/>
                  <a:pt x="252826" y="528637"/>
                </a:cubicBezTo>
                <a:lnTo>
                  <a:pt x="45968" y="528637"/>
                </a:lnTo>
                <a:cubicBezTo>
                  <a:pt x="45968" y="528637"/>
                  <a:pt x="0" y="528637"/>
                  <a:pt x="0" y="482669"/>
                </a:cubicBezTo>
                <a:lnTo>
                  <a:pt x="0" y="45968"/>
                </a:lnTo>
                <a:cubicBezTo>
                  <a:pt x="0" y="45968"/>
                  <a:pt x="0" y="0"/>
                  <a:pt x="45968" y="0"/>
                </a:cubicBezTo>
                <a:moveTo>
                  <a:pt x="68952" y="68952"/>
                </a:moveTo>
                <a:lnTo>
                  <a:pt x="68952" y="91936"/>
                </a:lnTo>
                <a:moveTo>
                  <a:pt x="45968" y="114921"/>
                </a:moveTo>
                <a:cubicBezTo>
                  <a:pt x="45968" y="127615"/>
                  <a:pt x="56258" y="137905"/>
                  <a:pt x="68952" y="137905"/>
                </a:cubicBezTo>
                <a:cubicBezTo>
                  <a:pt x="81646" y="137905"/>
                  <a:pt x="91936" y="127615"/>
                  <a:pt x="91936" y="114921"/>
                </a:cubicBezTo>
                <a:cubicBezTo>
                  <a:pt x="91936" y="102227"/>
                  <a:pt x="81646" y="91936"/>
                  <a:pt x="68952" y="91936"/>
                </a:cubicBezTo>
                <a:cubicBezTo>
                  <a:pt x="56258" y="91936"/>
                  <a:pt x="45968" y="102227"/>
                  <a:pt x="45968" y="114921"/>
                </a:cubicBezTo>
                <a:moveTo>
                  <a:pt x="45968" y="229842"/>
                </a:moveTo>
                <a:cubicBezTo>
                  <a:pt x="45968" y="242536"/>
                  <a:pt x="56258" y="252826"/>
                  <a:pt x="68952" y="252826"/>
                </a:cubicBezTo>
                <a:cubicBezTo>
                  <a:pt x="81646" y="252826"/>
                  <a:pt x="91936" y="242536"/>
                  <a:pt x="91936" y="229842"/>
                </a:cubicBezTo>
                <a:cubicBezTo>
                  <a:pt x="91936" y="217148"/>
                  <a:pt x="81646" y="206858"/>
                  <a:pt x="68952" y="206858"/>
                </a:cubicBezTo>
                <a:cubicBezTo>
                  <a:pt x="56258" y="206858"/>
                  <a:pt x="45968" y="217148"/>
                  <a:pt x="45968" y="229842"/>
                </a:cubicBezTo>
                <a:moveTo>
                  <a:pt x="45968" y="344763"/>
                </a:moveTo>
                <a:cubicBezTo>
                  <a:pt x="45968" y="357457"/>
                  <a:pt x="56258" y="367747"/>
                  <a:pt x="68952" y="367747"/>
                </a:cubicBezTo>
                <a:cubicBezTo>
                  <a:pt x="81646" y="367747"/>
                  <a:pt x="91936" y="357457"/>
                  <a:pt x="91936" y="344763"/>
                </a:cubicBezTo>
                <a:cubicBezTo>
                  <a:pt x="91936" y="332069"/>
                  <a:pt x="81646" y="321779"/>
                  <a:pt x="68952" y="321779"/>
                </a:cubicBezTo>
                <a:cubicBezTo>
                  <a:pt x="56258" y="321779"/>
                  <a:pt x="45968" y="332069"/>
                  <a:pt x="45968" y="344763"/>
                </a:cubicBezTo>
                <a:moveTo>
                  <a:pt x="68952" y="137905"/>
                </a:moveTo>
                <a:lnTo>
                  <a:pt x="68952" y="206858"/>
                </a:lnTo>
                <a:moveTo>
                  <a:pt x="68952" y="252826"/>
                </a:moveTo>
                <a:lnTo>
                  <a:pt x="68952" y="321779"/>
                </a:lnTo>
                <a:moveTo>
                  <a:pt x="68952" y="367747"/>
                </a:moveTo>
                <a:lnTo>
                  <a:pt x="68952" y="390732"/>
                </a:lnTo>
                <a:moveTo>
                  <a:pt x="137905" y="114921"/>
                </a:moveTo>
                <a:lnTo>
                  <a:pt x="252826" y="114921"/>
                </a:lnTo>
                <a:moveTo>
                  <a:pt x="137905" y="229842"/>
                </a:moveTo>
                <a:lnTo>
                  <a:pt x="229842" y="229842"/>
                </a:lnTo>
                <a:moveTo>
                  <a:pt x="137905" y="344763"/>
                </a:moveTo>
                <a:lnTo>
                  <a:pt x="252826" y="344763"/>
                </a:lnTo>
              </a:path>
            </a:pathLst>
          </a:custGeom>
          <a:noFill/>
          <a:ln w="172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5682" y="3186118"/>
            <a:ext cx="1201226" cy="2758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Funnel Display Regular"/>
              </a:rPr>
              <a:t>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0620" y="3473421"/>
            <a:ext cx="528637" cy="528637"/>
          </a:xfrm>
          <a:custGeom>
            <a:avLst/>
            <a:gdLst/>
            <a:ahLst/>
            <a:cxnLst/>
            <a:rect l="0" t="0" r="0" b="0"/>
            <a:pathLst>
              <a:path w="528637" h="528637">
                <a:moveTo>
                  <a:pt x="51714" y="373493"/>
                </a:moveTo>
                <a:cubicBezTo>
                  <a:pt x="51714" y="402055"/>
                  <a:pt x="74867" y="425208"/>
                  <a:pt x="103429" y="425208"/>
                </a:cubicBezTo>
                <a:cubicBezTo>
                  <a:pt x="131990" y="425208"/>
                  <a:pt x="155143" y="402055"/>
                  <a:pt x="155143" y="373493"/>
                </a:cubicBezTo>
                <a:cubicBezTo>
                  <a:pt x="155143" y="344932"/>
                  <a:pt x="131990" y="321779"/>
                  <a:pt x="103429" y="321779"/>
                </a:cubicBezTo>
                <a:cubicBezTo>
                  <a:pt x="74867" y="321779"/>
                  <a:pt x="51714" y="344932"/>
                  <a:pt x="51714" y="373493"/>
                </a:cubicBezTo>
                <a:close/>
                <a:moveTo>
                  <a:pt x="206858" y="528637"/>
                </a:moveTo>
                <a:cubicBezTo>
                  <a:pt x="194802" y="481358"/>
                  <a:pt x="152221" y="448272"/>
                  <a:pt x="103429" y="448272"/>
                </a:cubicBezTo>
                <a:cubicBezTo>
                  <a:pt x="54636" y="448272"/>
                  <a:pt x="12056" y="481358"/>
                  <a:pt x="0" y="528637"/>
                </a:cubicBezTo>
                <a:moveTo>
                  <a:pt x="373493" y="373493"/>
                </a:moveTo>
                <a:cubicBezTo>
                  <a:pt x="373493" y="402055"/>
                  <a:pt x="396647" y="425208"/>
                  <a:pt x="425208" y="425208"/>
                </a:cubicBezTo>
                <a:cubicBezTo>
                  <a:pt x="453769" y="425208"/>
                  <a:pt x="476922" y="402055"/>
                  <a:pt x="476922" y="373493"/>
                </a:cubicBezTo>
                <a:cubicBezTo>
                  <a:pt x="476922" y="344932"/>
                  <a:pt x="453769" y="321779"/>
                  <a:pt x="425208" y="321779"/>
                </a:cubicBezTo>
                <a:cubicBezTo>
                  <a:pt x="396647" y="321779"/>
                  <a:pt x="373493" y="344932"/>
                  <a:pt x="373493" y="373493"/>
                </a:cubicBezTo>
                <a:close/>
                <a:moveTo>
                  <a:pt x="321779" y="528637"/>
                </a:moveTo>
                <a:cubicBezTo>
                  <a:pt x="333835" y="481358"/>
                  <a:pt x="376416" y="448272"/>
                  <a:pt x="425208" y="448272"/>
                </a:cubicBezTo>
                <a:cubicBezTo>
                  <a:pt x="474000" y="448272"/>
                  <a:pt x="516581" y="481358"/>
                  <a:pt x="528637" y="528637"/>
                </a:cubicBezTo>
                <a:moveTo>
                  <a:pt x="212604" y="350509"/>
                </a:moveTo>
                <a:cubicBezTo>
                  <a:pt x="212604" y="379070"/>
                  <a:pt x="235757" y="402224"/>
                  <a:pt x="264318" y="402224"/>
                </a:cubicBezTo>
                <a:cubicBezTo>
                  <a:pt x="292879" y="402224"/>
                  <a:pt x="316033" y="379070"/>
                  <a:pt x="316033" y="350509"/>
                </a:cubicBezTo>
                <a:cubicBezTo>
                  <a:pt x="316033" y="321948"/>
                  <a:pt x="292879" y="298795"/>
                  <a:pt x="264318" y="298795"/>
                </a:cubicBezTo>
                <a:cubicBezTo>
                  <a:pt x="235757" y="298795"/>
                  <a:pt x="212604" y="321948"/>
                  <a:pt x="212604" y="350509"/>
                </a:cubicBezTo>
                <a:close/>
                <a:moveTo>
                  <a:pt x="354302" y="475612"/>
                </a:moveTo>
                <a:cubicBezTo>
                  <a:pt x="335047" y="444400"/>
                  <a:pt x="300992" y="425394"/>
                  <a:pt x="264318" y="425394"/>
                </a:cubicBezTo>
                <a:cubicBezTo>
                  <a:pt x="227644" y="425394"/>
                  <a:pt x="193590" y="444400"/>
                  <a:pt x="174335" y="475612"/>
                </a:cubicBezTo>
                <a:moveTo>
                  <a:pt x="160889" y="0"/>
                </a:moveTo>
                <a:lnTo>
                  <a:pt x="126413" y="34476"/>
                </a:lnTo>
                <a:moveTo>
                  <a:pt x="126413" y="0"/>
                </a:moveTo>
                <a:lnTo>
                  <a:pt x="160889" y="34476"/>
                </a:lnTo>
                <a:moveTo>
                  <a:pt x="390732" y="22984"/>
                </a:moveTo>
                <a:lnTo>
                  <a:pt x="356255" y="57460"/>
                </a:lnTo>
                <a:moveTo>
                  <a:pt x="356255" y="22984"/>
                </a:moveTo>
                <a:lnTo>
                  <a:pt x="390732" y="57460"/>
                </a:lnTo>
                <a:moveTo>
                  <a:pt x="505653" y="114921"/>
                </a:moveTo>
                <a:lnTo>
                  <a:pt x="471176" y="149397"/>
                </a:lnTo>
                <a:moveTo>
                  <a:pt x="471176" y="114921"/>
                </a:moveTo>
                <a:lnTo>
                  <a:pt x="505653" y="149397"/>
                </a:lnTo>
                <a:moveTo>
                  <a:pt x="57460" y="80444"/>
                </a:moveTo>
                <a:lnTo>
                  <a:pt x="22984" y="114921"/>
                </a:lnTo>
                <a:moveTo>
                  <a:pt x="22984" y="80444"/>
                </a:moveTo>
                <a:lnTo>
                  <a:pt x="57460" y="114921"/>
                </a:lnTo>
                <a:moveTo>
                  <a:pt x="341086" y="241978"/>
                </a:moveTo>
                <a:cubicBezTo>
                  <a:pt x="359532" y="195870"/>
                  <a:pt x="394257" y="158135"/>
                  <a:pt x="438677" y="135928"/>
                </a:cubicBezTo>
                <a:moveTo>
                  <a:pt x="195366" y="34476"/>
                </a:moveTo>
                <a:lnTo>
                  <a:pt x="204421" y="39073"/>
                </a:lnTo>
                <a:cubicBezTo>
                  <a:pt x="256185" y="64940"/>
                  <a:pt x="291598" y="114964"/>
                  <a:pt x="298795" y="172381"/>
                </a:cubicBezTo>
                <a:lnTo>
                  <a:pt x="298795" y="172381"/>
                </a:lnTo>
                <a:moveTo>
                  <a:pt x="103429" y="103429"/>
                </a:moveTo>
                <a:lnTo>
                  <a:pt x="103429" y="103429"/>
                </a:lnTo>
                <a:cubicBezTo>
                  <a:pt x="174792" y="117695"/>
                  <a:pt x="233542" y="168159"/>
                  <a:pt x="258411" y="236553"/>
                </a:cubicBezTo>
                <a:lnTo>
                  <a:pt x="264318" y="252826"/>
                </a:lnTo>
              </a:path>
            </a:pathLst>
          </a:custGeom>
          <a:noFill/>
          <a:ln w="172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6645" y="3737740"/>
            <a:ext cx="737949" cy="2758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Funnel Display 600"/>
              </a:rPr>
              <a:t>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714" y="4289362"/>
            <a:ext cx="1452448" cy="2758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Funnel Display Regular"/>
              </a:rPr>
              <a:t>Collaboration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1475" y="8667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0525" y="409575"/>
            <a:ext cx="135291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Funnel Display Regular"/>
              </a:rPr>
              <a:t>Demonstration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90525" y="1676400"/>
            <a:ext cx="4138612" cy="1143000"/>
            <a:chOff x="390525" y="1676400"/>
            <a:chExt cx="4138612" cy="11430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676400"/>
              <a:ext cx="4138612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FFFFFF"/>
                  </a:solidFill>
                  <a:latin typeface="Funnel Display 600"/>
                </a:rPr>
                <a:t>Live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2247900"/>
              <a:ext cx="4138612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FFFFFF"/>
                  </a:solidFill>
                  <a:latin typeface="Funnel Display 600"/>
                </a:rPr>
                <a:t>Demonstration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0525" y="3009900"/>
            <a:ext cx="1753314" cy="457200"/>
            <a:chOff x="390525" y="3009900"/>
            <a:chExt cx="1753314" cy="457200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3009900"/>
              <a:ext cx="17533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Seeing TaskFlow 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3238500"/>
              <a:ext cx="17533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Funnel Display Regular"/>
                </a:rPr>
                <a:t>action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90525" y="4505325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Funnel Display Regular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11751" y="1562100"/>
            <a:ext cx="96810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Funnel Display Regular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2248" y="1562100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Funnel Display Regular"/>
              </a:rPr>
              <a:t/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849880" y="2019300"/>
            <a:ext cx="3444240" cy="1143000"/>
            <a:chOff x="2849880" y="2038350"/>
            <a:chExt cx="3444240" cy="1143000"/>
          </a:xfrm>
        </p:grpSpPr>
        <p:sp>
          <p:nvSpPr>
            <p:cNvPr id="4" name="TextBox 3"/>
            <p:cNvSpPr txBox="1"/>
            <p:nvPr/>
          </p:nvSpPr>
          <p:spPr>
            <a:xfrm>
              <a:off x="2849880" y="2038350"/>
              <a:ext cx="344424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4500" b="1">
                  <a:solidFill>
                    <a:srgbClr val="FFFFFF"/>
                  </a:solidFill>
                  <a:latin typeface="Funnel Display 600"/>
                </a:rPr>
                <a:t>Questions &amp;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49880" y="2609850"/>
              <a:ext cx="344424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4500" b="1">
                  <a:solidFill>
                    <a:srgbClr val="FFFFFF"/>
                  </a:solidFill>
                  <a:latin typeface="Funnel Display 600"/>
                </a:rPr>
                <a:t>Answers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727007" y="3352800"/>
            <a:ext cx="368998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We welcome your feedback and inquiries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182" y="1847850"/>
            <a:ext cx="351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Funnel Display Regular"/>
              </a:rPr>
              <a:t>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3817" y="1847850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Funnel Display Regular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9676" y="2305050"/>
            <a:ext cx="2884646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4500" b="1">
                <a:solidFill>
                  <a:srgbClr val="FFFFFF"/>
                </a:solidFill>
                <a:latin typeface="Funnel Display 600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7975" y="3067050"/>
            <a:ext cx="34480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Funnel Display Regular"/>
              </a:rPr>
              <a:t>We appreciate your time and attention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